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 id="2147483782" r:id="rId5"/>
  </p:sldMasterIdLst>
  <p:notesMasterIdLst>
    <p:notesMasterId r:id="rId16"/>
  </p:notesMasterIdLst>
  <p:handoutMasterIdLst>
    <p:handoutMasterId r:id="rId17"/>
  </p:handoutMasterIdLst>
  <p:sldIdLst>
    <p:sldId id="364" r:id="rId6"/>
    <p:sldId id="439" r:id="rId7"/>
    <p:sldId id="436" r:id="rId8"/>
    <p:sldId id="437" r:id="rId9"/>
    <p:sldId id="438" r:id="rId10"/>
    <p:sldId id="440" r:id="rId11"/>
    <p:sldId id="441" r:id="rId12"/>
    <p:sldId id="442" r:id="rId13"/>
    <p:sldId id="265" r:id="rId14"/>
    <p:sldId id="435" r:id="rId15"/>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195A"/>
    <a:srgbClr val="FF0000"/>
    <a:srgbClr val="0F46A7"/>
    <a:srgbClr val="970A82"/>
    <a:srgbClr val="FF3399"/>
    <a:srgbClr val="FFFFFF"/>
    <a:srgbClr val="FEE3A1"/>
    <a:srgbClr val="FFF1D0"/>
    <a:srgbClr val="FFF8E7"/>
    <a:srgbClr val="FECE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5701" autoAdjust="0"/>
  </p:normalViewPr>
  <p:slideViewPr>
    <p:cSldViewPr showGuides="1">
      <p:cViewPr varScale="1">
        <p:scale>
          <a:sx n="95" d="100"/>
          <a:sy n="95" d="100"/>
        </p:scale>
        <p:origin x="96" y="342"/>
      </p:cViewPr>
      <p:guideLst>
        <p:guide pos="3841"/>
        <p:guide orient="horz" pos="2160"/>
      </p:guideLst>
    </p:cSldViewPr>
  </p:slideViewPr>
  <p:outlineViewPr>
    <p:cViewPr>
      <p:scale>
        <a:sx n="33" d="100"/>
        <a:sy n="33" d="100"/>
      </p:scale>
      <p:origin x="0" y="-8357"/>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oene, Bernhard" userId="77ead274-bcf4-420b-998f-787cec13cf7f" providerId="ADAL" clId="{44F62286-021C-43D4-BA65-7A06C620A2B6}"/>
    <pc:docChg chg="modSld modMainMaster">
      <pc:chgData name="Groene, Bernhard" userId="77ead274-bcf4-420b-998f-787cec13cf7f" providerId="ADAL" clId="{44F62286-021C-43D4-BA65-7A06C620A2B6}" dt="2022-07-22T12:18:12.991" v="25" actId="6549"/>
      <pc:docMkLst>
        <pc:docMk/>
      </pc:docMkLst>
      <pc:sldChg chg="modSp mod">
        <pc:chgData name="Groene, Bernhard" userId="77ead274-bcf4-420b-998f-787cec13cf7f" providerId="ADAL" clId="{44F62286-021C-43D4-BA65-7A06C620A2B6}" dt="2022-07-22T12:01:27.736" v="22" actId="20577"/>
        <pc:sldMkLst>
          <pc:docMk/>
          <pc:sldMk cId="3849467675" sldId="439"/>
        </pc:sldMkLst>
        <pc:spChg chg="mod">
          <ac:chgData name="Groene, Bernhard" userId="77ead274-bcf4-420b-998f-787cec13cf7f" providerId="ADAL" clId="{44F62286-021C-43D4-BA65-7A06C620A2B6}" dt="2022-07-22T12:01:27.736" v="22" actId="20577"/>
          <ac:spMkLst>
            <pc:docMk/>
            <pc:sldMk cId="3849467675" sldId="439"/>
            <ac:spMk id="2" creationId="{AD1C09DD-7BE8-4E04-8052-8F40267E2620}"/>
          </ac:spMkLst>
        </pc:spChg>
      </pc:sldChg>
      <pc:sldMasterChg chg="modSp mod">
        <pc:chgData name="Groene, Bernhard" userId="77ead274-bcf4-420b-998f-787cec13cf7f" providerId="ADAL" clId="{44F62286-021C-43D4-BA65-7A06C620A2B6}" dt="2022-07-22T12:18:12.991" v="25" actId="6549"/>
        <pc:sldMasterMkLst>
          <pc:docMk/>
          <pc:sldMasterMk cId="3408294523" sldId="2147483733"/>
        </pc:sldMasterMkLst>
        <pc:spChg chg="mod">
          <ac:chgData name="Groene, Bernhard" userId="77ead274-bcf4-420b-998f-787cec13cf7f" providerId="ADAL" clId="{44F62286-021C-43D4-BA65-7A06C620A2B6}" dt="2022-07-22T12:18:12.991" v="25" actId="6549"/>
          <ac:spMkLst>
            <pc:docMk/>
            <pc:sldMasterMk cId="3408294523" sldId="2147483733"/>
            <ac:spMk id="10"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sap.com/copyright" TargetMode="External"/><Relationship Id="rId7" Type="http://schemas.openxmlformats.org/officeDocument/2006/relationships/hyperlink" Target="https://www.youtube.com/user/SAP" TargetMode="External"/><Relationship Id="rId12"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4.png"/><Relationship Id="rId4" Type="http://schemas.openxmlformats.org/officeDocument/2006/relationships/hyperlink" Target="https://www.sap.com/registration/contact.html" TargetMode="External"/><Relationship Id="rId9" Type="http://schemas.openxmlformats.org/officeDocument/2006/relationships/hyperlink" Target="https://twitter.com/sap" TargetMode="Externa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hyperlink" Target="https://www.youtube.com/user/SAP" TargetMode="External"/><Relationship Id="rId12" Type="http://schemas.openxmlformats.org/officeDocument/2006/relationships/image" Target="../media/image5.png"/><Relationship Id="rId2" Type="http://schemas.openxmlformats.org/officeDocument/2006/relationships/hyperlink" Target="https://www.sap.com/germany/registration/contact.html" TargetMode="External"/><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4.png"/><Relationship Id="rId4" Type="http://schemas.openxmlformats.org/officeDocument/2006/relationships/hyperlink" Target="https://www.sap.com/corporate/de/legal/copyright.html" TargetMode="External"/><Relationship Id="rId9" Type="http://schemas.openxmlformats.org/officeDocument/2006/relationships/hyperlink" Target="https://twitter.com/sap"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pic>
        <p:nvPicPr>
          <p:cNvPr id="6" name="SAP Logo" descr="SAP Logo" title="SAP Logo"/>
          <p:cNvPicPr>
            <a:picLocks noChangeAspect="1"/>
          </p:cNvPicPr>
          <p:nvPr userDrawn="1"/>
        </p:nvPicPr>
        <p:blipFill>
          <a:blip r:embed="rId2"/>
          <a:stretch>
            <a:fillRect/>
          </a:stretch>
        </p:blipFill>
        <p:spPr>
          <a:xfrm>
            <a:off x="9949255" y="6217668"/>
            <a:ext cx="1963635"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black">
          <a:xfrm>
            <a:off x="288000" y="5130489"/>
            <a:ext cx="10899174"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2019</a:t>
            </a:r>
          </a:p>
        </p:txBody>
      </p:sp>
      <p:sp>
        <p:nvSpPr>
          <p:cNvPr id="3" name="Title"/>
          <p:cNvSpPr>
            <a:spLocks noGrp="1"/>
          </p:cNvSpPr>
          <p:nvPr>
            <p:ph type="title" hasCustomPrompt="1"/>
          </p:nvPr>
        </p:nvSpPr>
        <p:spPr>
          <a:xfrm>
            <a:off x="288000" y="4024430"/>
            <a:ext cx="10899174" cy="997196"/>
          </a:xfrm>
        </p:spPr>
        <p:txBody>
          <a:bodyPr vert="horz" wrap="square" lIns="0" tIns="0" rIns="0" bIns="0" rtlCol="0">
            <a:noAutofit/>
          </a:bodyPr>
          <a:lstStyle>
            <a:lvl1pPr>
              <a:lnSpc>
                <a:spcPct val="90000"/>
              </a:lnSpc>
              <a:defRPr lang="de-DE" sz="3600" dirty="0">
                <a:latin typeface="+mn-lt"/>
                <a:ea typeface="+mn-ea"/>
                <a:cs typeface="+mn-cs"/>
              </a:defRPr>
            </a:lvl1pPr>
          </a:lstStyle>
          <a:p>
            <a:pPr lvl="0"/>
            <a:r>
              <a:rPr lang="en-US" dirty="0"/>
              <a:t>Presentation Title </a:t>
            </a:r>
            <a:br>
              <a:rPr lang="en-US" dirty="0"/>
            </a:br>
            <a:r>
              <a:rPr lang="en-US" dirty="0"/>
              <a:t>Goes Here and Here.</a:t>
            </a:r>
          </a:p>
        </p:txBody>
      </p:sp>
      <p:sp>
        <p:nvSpPr>
          <p:cNvPr id="5" name="Title Image Placeholder" descr="Placeholder title image" title="Title image"/>
          <p:cNvSpPr>
            <a:spLocks noGrp="1"/>
          </p:cNvSpPr>
          <p:nvPr>
            <p:ph type="pic" sz="quarter" idx="12" hasCustomPrompt="1"/>
          </p:nvPr>
        </p:nvSpPr>
        <p:spPr bwMode="gray">
          <a:xfrm>
            <a:off x="1" y="0"/>
            <a:ext cx="12195174" cy="3430006"/>
          </a:xfrm>
          <a:noFill/>
        </p:spPr>
        <p:txBody>
          <a:bodyPr tIns="504000"/>
          <a:lstStyle>
            <a:lvl1pPr algn="ctr">
              <a:defRPr sz="1600">
                <a:solidFill>
                  <a:schemeClr val="tx1"/>
                </a:solidFill>
              </a:defRPr>
            </a:lvl1pPr>
          </a:lstStyle>
          <a:p>
            <a:r>
              <a:rPr lang="en-US" dirty="0"/>
              <a:t>Click to insert title image or illustration</a:t>
            </a:r>
          </a:p>
        </p:txBody>
      </p:sp>
    </p:spTree>
    <p:extLst>
      <p:ext uri="{BB962C8B-B14F-4D97-AF65-F5344CB8AC3E}">
        <p14:creationId xmlns:p14="http://schemas.microsoft.com/office/powerpoint/2010/main" val="24527176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5" userDrawn="1">
          <p15:clr>
            <a:srgbClr val="FBAE40"/>
          </p15:clr>
        </p15:guide>
        <p15:guide id="2" orient="horz" pos="4144" userDrawn="1">
          <p15:clr>
            <a:srgbClr val="FBAE40"/>
          </p15:clr>
        </p15:guide>
        <p15:guide id="3" orient="horz" pos="2162" userDrawn="1">
          <p15:clr>
            <a:srgbClr val="FBAE40"/>
          </p15:clr>
        </p15:guide>
        <p15:guide id="4" pos="181" userDrawn="1">
          <p15:clr>
            <a:srgbClr val="FBAE40"/>
          </p15:clr>
        </p15:guide>
        <p15:guide id="5" orient="horz" pos="2534" userDrawn="1">
          <p15:clr>
            <a:srgbClr val="FBAE40"/>
          </p15:clr>
        </p15:guide>
        <p15:guide id="6" orient="horz" pos="3164" userDrawn="1">
          <p15:clr>
            <a:srgbClr val="FBAE40"/>
          </p15:clr>
        </p15:guide>
        <p15:guide id="7" orient="horz" pos="3232" userDrawn="1">
          <p15:clr>
            <a:srgbClr val="FBAE40"/>
          </p15:clr>
        </p15:guide>
        <p15:guide id="8" orient="horz" pos="35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out Image">
    <p:bg>
      <p:bgRef idx="1001">
        <a:schemeClr val="bg1"/>
      </p:bgRef>
    </p:bg>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black">
          <a:xfrm>
            <a:off x="287999" y="4268503"/>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2019</a:t>
            </a:r>
          </a:p>
        </p:txBody>
      </p:sp>
      <p:sp>
        <p:nvSpPr>
          <p:cNvPr id="4" name="Title 3"/>
          <p:cNvSpPr>
            <a:spLocks noGrp="1"/>
          </p:cNvSpPr>
          <p:nvPr>
            <p:ph type="title" hasCustomPrompt="1"/>
          </p:nvPr>
        </p:nvSpPr>
        <p:spPr>
          <a:xfrm>
            <a:off x="288000" y="2706317"/>
            <a:ext cx="10900800" cy="997196"/>
          </a:xfrm>
        </p:spPr>
        <p:txBody>
          <a:bodyPr>
            <a:noAutofit/>
          </a:bodyPr>
          <a:lstStyle>
            <a:lvl1pPr>
              <a:lnSpc>
                <a:spcPct val="90000"/>
              </a:lnSpc>
              <a:defRPr sz="3600"/>
            </a:lvl1pPr>
          </a:lstStyle>
          <a:p>
            <a:pPr fontAlgn="base">
              <a:spcBef>
                <a:spcPct val="50000"/>
              </a:spcBef>
              <a:spcAft>
                <a:spcPct val="0"/>
              </a:spcAft>
              <a:buClr>
                <a:srgbClr val="F0AB00"/>
              </a:buClr>
              <a:buSzPct val="80000"/>
            </a:pPr>
            <a:r>
              <a:rPr lang="en-US" sz="3600" dirty="0"/>
              <a:t>Presentation Title </a:t>
            </a:r>
            <a:br>
              <a:rPr lang="en-US" sz="3600" dirty="0"/>
            </a:br>
            <a:r>
              <a:rPr lang="en-US" sz="3600" dirty="0"/>
              <a:t>Goes Here and Here.</a:t>
            </a:r>
            <a:endParaRPr lang="de-DE" sz="3600" kern="0" dirty="0" err="1">
              <a:ea typeface="Arial Unicode MS" pitchFamily="34" charset="-128"/>
              <a:cs typeface="Arial Unicode MS" pitchFamily="34" charset="-128"/>
            </a:endParaRPr>
          </a:p>
        </p:txBody>
      </p:sp>
      <p:pic>
        <p:nvPicPr>
          <p:cNvPr id="10" name="SAP Logo" descr="SAP Logo" title="SAP Logo">
            <a:extLst>
              <a:ext uri="{FF2B5EF4-FFF2-40B4-BE49-F238E27FC236}">
                <a16:creationId xmlns:a16="http://schemas.microsoft.com/office/drawing/2014/main" id="{251CD224-43D4-4D54-87EA-DD5933D21141}"/>
              </a:ext>
            </a:extLst>
          </p:cNvPr>
          <p:cNvPicPr>
            <a:picLocks noChangeAspect="1"/>
          </p:cNvPicPr>
          <p:nvPr userDrawn="1"/>
        </p:nvPicPr>
        <p:blipFill>
          <a:blip r:embed="rId2"/>
          <a:stretch>
            <a:fillRect/>
          </a:stretch>
        </p:blipFill>
        <p:spPr>
          <a:xfrm>
            <a:off x="9949255" y="6217668"/>
            <a:ext cx="1963635" cy="360000"/>
          </a:xfrm>
          <a:prstGeom prst="rect">
            <a:avLst/>
          </a:prstGeom>
        </p:spPr>
      </p:pic>
    </p:spTree>
    <p:extLst>
      <p:ext uri="{BB962C8B-B14F-4D97-AF65-F5344CB8AC3E}">
        <p14:creationId xmlns:p14="http://schemas.microsoft.com/office/powerpoint/2010/main" val="19824106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userDrawn="1">
          <p15:clr>
            <a:srgbClr val="FBAE40"/>
          </p15:clr>
        </p15:guide>
        <p15:guide id="2" orient="horz" pos="1704" userDrawn="1">
          <p15:clr>
            <a:srgbClr val="FBAE40"/>
          </p15:clr>
        </p15:guide>
        <p15:guide id="3" orient="horz" pos="2688" userDrawn="1">
          <p15:clr>
            <a:srgbClr val="FBAE40"/>
          </p15:clr>
        </p15:guide>
        <p15:guide id="4" orient="horz" pos="2334" userDrawn="1">
          <p15:clr>
            <a:srgbClr val="FBAE40"/>
          </p15:clr>
        </p15:guide>
        <p15:guide id="5" orient="horz" pos="2960" userDrawn="1">
          <p15:clr>
            <a:srgbClr val="FBAE40"/>
          </p15:clr>
        </p15:guide>
        <p15:guide id="7" orient="horz" pos="41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bg>
      <p:bgRef idx="1001">
        <a:schemeClr val="bg1"/>
      </p:bgRef>
    </p:bg>
    <p:spTree>
      <p:nvGrpSpPr>
        <p:cNvPr id="1" name=""/>
        <p:cNvGrpSpPr/>
        <p:nvPr/>
      </p:nvGrpSpPr>
      <p:grpSpPr>
        <a:xfrm>
          <a:off x="0" y="0"/>
          <a:ext cx="0" cy="0"/>
          <a:chOff x="0" y="0"/>
          <a:chExt cx="0" cy="0"/>
        </a:xfrm>
      </p:grpSpPr>
      <p:sp>
        <p:nvSpPr>
          <p:cNvPr id="7" name="Pictogram Placeholder"/>
          <p:cNvSpPr>
            <a:spLocks noGrp="1"/>
          </p:cNvSpPr>
          <p:nvPr>
            <p:ph type="pic" sz="quarter" idx="16"/>
          </p:nvPr>
        </p:nvSpPr>
        <p:spPr>
          <a:xfrm>
            <a:off x="6954855" y="963000"/>
            <a:ext cx="4932000" cy="4932000"/>
          </a:xfrm>
        </p:spPr>
        <p:txBody>
          <a:bodyPr/>
          <a:lstStyle/>
          <a:p>
            <a:r>
              <a:rPr lang="en-US"/>
              <a:t>Click icon to add picture</a:t>
            </a:r>
            <a:endParaRPr lang="de-DE" dirty="0"/>
          </a:p>
        </p:txBody>
      </p:sp>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black">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2019</a:t>
            </a:r>
          </a:p>
        </p:txBody>
      </p:sp>
      <p:sp>
        <p:nvSpPr>
          <p:cNvPr id="8" name="Title 4"/>
          <p:cNvSpPr>
            <a:spLocks noGrp="1"/>
          </p:cNvSpPr>
          <p:nvPr>
            <p:ph type="title" hasCustomPrompt="1"/>
          </p:nvPr>
        </p:nvSpPr>
        <p:spPr>
          <a:xfrm>
            <a:off x="288001" y="2706317"/>
            <a:ext cx="6372000" cy="997196"/>
          </a:xfrm>
        </p:spPr>
        <p:txBody>
          <a:bodyPr>
            <a:noAutofit/>
          </a:bodyPr>
          <a:lstStyle>
            <a:lvl1pPr>
              <a:lnSpc>
                <a:spcPct val="90000"/>
              </a:lnSpc>
              <a:defRPr sz="3600"/>
            </a:lvl1pPr>
          </a:lstStyle>
          <a:p>
            <a:pPr fontAlgn="base">
              <a:spcBef>
                <a:spcPct val="50000"/>
              </a:spcBef>
              <a:spcAft>
                <a:spcPct val="0"/>
              </a:spcAft>
              <a:buClr>
                <a:srgbClr val="F0AB00"/>
              </a:buClr>
              <a:buSzPct val="80000"/>
            </a:pPr>
            <a:r>
              <a:rPr lang="en-US" sz="3600" dirty="0"/>
              <a:t>Presentation Title </a:t>
            </a:r>
            <a:br>
              <a:rPr lang="en-US" sz="3600" dirty="0"/>
            </a:br>
            <a:r>
              <a:rPr lang="en-US" sz="3600" dirty="0"/>
              <a:t>Goes Here and Here.</a:t>
            </a:r>
            <a:endParaRPr lang="de-DE" sz="3600" kern="0" dirty="0" err="1">
              <a:ea typeface="Arial Unicode MS" pitchFamily="34" charset="-128"/>
              <a:cs typeface="Arial Unicode MS" pitchFamily="34" charset="-128"/>
            </a:endParaRPr>
          </a:p>
        </p:txBody>
      </p:sp>
      <p:pic>
        <p:nvPicPr>
          <p:cNvPr id="9" name="SAP Logo" descr="SAP Logo" title="SAP Logo">
            <a:extLst>
              <a:ext uri="{FF2B5EF4-FFF2-40B4-BE49-F238E27FC236}">
                <a16:creationId xmlns:a16="http://schemas.microsoft.com/office/drawing/2014/main" id="{6E13D478-79B9-4DF0-A964-50C2206E25E8}"/>
              </a:ext>
            </a:extLst>
          </p:cNvPr>
          <p:cNvPicPr>
            <a:picLocks noChangeAspect="1"/>
          </p:cNvPicPr>
          <p:nvPr userDrawn="1"/>
        </p:nvPicPr>
        <p:blipFill>
          <a:blip r:embed="rId2"/>
          <a:stretch>
            <a:fillRect/>
          </a:stretch>
        </p:blipFill>
        <p:spPr>
          <a:xfrm>
            <a:off x="9949255" y="6217668"/>
            <a:ext cx="1963635" cy="360000"/>
          </a:xfrm>
          <a:prstGeom prst="rect">
            <a:avLst/>
          </a:prstGeom>
        </p:spPr>
      </p:pic>
    </p:spTree>
    <p:extLst>
      <p:ext uri="{BB962C8B-B14F-4D97-AF65-F5344CB8AC3E}">
        <p14:creationId xmlns:p14="http://schemas.microsoft.com/office/powerpoint/2010/main" val="30480462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userDrawn="1">
          <p15:clr>
            <a:srgbClr val="FBAE40"/>
          </p15:clr>
        </p15:guide>
        <p15:guide id="2" orient="horz" pos="1704" userDrawn="1">
          <p15:clr>
            <a:srgbClr val="FBAE40"/>
          </p15:clr>
        </p15:guide>
        <p15:guide id="3" pos="4196" userDrawn="1">
          <p15:clr>
            <a:srgbClr val="FBAE40"/>
          </p15:clr>
        </p15:guide>
        <p15:guide id="4" orient="horz" pos="2688" userDrawn="1">
          <p15:clr>
            <a:srgbClr val="FBAE40"/>
          </p15:clr>
        </p15:guide>
        <p15:guide id="5" orient="horz" pos="2335" userDrawn="1">
          <p15:clr>
            <a:srgbClr val="FBAE40"/>
          </p15:clr>
        </p15:guide>
        <p15:guide id="6" orient="horz" pos="2960" userDrawn="1">
          <p15:clr>
            <a:srgbClr val="FBAE40"/>
          </p15:clr>
        </p15:guide>
        <p15:guide id="7" orient="horz" pos="41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716000"/>
          </a:xfrm>
        </p:spPr>
        <p:txBody>
          <a:bodyPr>
            <a:norm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1020" userDrawn="1">
          <p15:clr>
            <a:srgbClr val="FBAE40"/>
          </p15:clr>
        </p15:guide>
        <p15:guide id="3" pos="7364" userDrawn="1">
          <p15:clr>
            <a:srgbClr val="FBAE40"/>
          </p15:clr>
        </p15:guide>
        <p15:guide id="4" orient="horz" pos="316" userDrawn="1">
          <p15:clr>
            <a:srgbClr val="FBAE40"/>
          </p15:clr>
        </p15:guide>
        <p15:guide id="5" orient="horz" pos="551" userDrawn="1">
          <p15:clr>
            <a:srgbClr val="FBAE40"/>
          </p15:clr>
        </p15:guide>
        <p15:guide id="6" orient="horz" pos="399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Page">
    <p:bg>
      <p:bgRef idx="1001">
        <a:schemeClr val="bg1"/>
      </p:bgRef>
    </p:bg>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4109527874"/>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317" userDrawn="1">
          <p15:clr>
            <a:srgbClr val="FBAE40"/>
          </p15:clr>
        </p15:guide>
        <p15:guide id="2" orient="horz" pos="2160" userDrawn="1">
          <p15:clr>
            <a:srgbClr val="FBAE40"/>
          </p15:clr>
        </p15:guide>
        <p15:guide id="3" pos="736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bg>
      <p:bgRef idx="1001">
        <a:schemeClr val="bg1"/>
      </p:bgRef>
    </p:bg>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1008985274"/>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2160" userDrawn="1">
          <p15:clr>
            <a:srgbClr val="FBAE40"/>
          </p15:clr>
        </p15:guide>
        <p15:guide id="2" pos="7364" userDrawn="1">
          <p15:clr>
            <a:srgbClr val="FBAE40"/>
          </p15:clr>
        </p15:guide>
        <p15:guide id="3" pos="317" userDrawn="1">
          <p15:clr>
            <a:srgbClr val="FBAE40"/>
          </p15:clr>
        </p15:guide>
        <p15:guide id="4" orient="horz" pos="865" userDrawn="1">
          <p15:clr>
            <a:srgbClr val="FBAE40"/>
          </p15:clr>
        </p15:guide>
        <p15:guide id="5" orient="horz" pos="129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7364" userDrawn="1">
          <p15:clr>
            <a:srgbClr val="FBAE40"/>
          </p15:clr>
        </p15:guide>
        <p15:guide id="4" orient="horz" pos="551" userDrawn="1">
          <p15:clr>
            <a:srgbClr val="FBAE40"/>
          </p15:clr>
        </p15:guide>
        <p15:guide id="5" orient="horz" pos="399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999" y="1620000"/>
            <a:ext cx="11186477"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1" pos="316" userDrawn="1">
          <p15:clr>
            <a:srgbClr val="FBAE40"/>
          </p15:clr>
        </p15:guide>
        <p15:guide id="2" orient="horz" pos="3991" userDrawn="1">
          <p15:clr>
            <a:srgbClr val="FBAE40"/>
          </p15:clr>
        </p15:guide>
        <p15:guide id="3" pos="7364" userDrawn="1">
          <p15:clr>
            <a:srgbClr val="FBAE40"/>
          </p15:clr>
        </p15:guide>
        <p15:guide id="4" orient="horz" pos="318" userDrawn="1">
          <p15:clr>
            <a:srgbClr val="FBAE40"/>
          </p15:clr>
        </p15:guide>
        <p15:guide id="5" orient="horz" pos="552" userDrawn="1">
          <p15:clr>
            <a:srgbClr val="FBAE40"/>
          </p15:clr>
        </p15:guide>
        <p15:guide id="6" orient="horz" pos="10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620000"/>
            <a:ext cx="5328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5328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991" userDrawn="1">
          <p15:clr>
            <a:srgbClr val="FBAE40"/>
          </p15:clr>
        </p15:guide>
        <p15:guide id="3" pos="7364" userDrawn="1">
          <p15:clr>
            <a:srgbClr val="FBAE40"/>
          </p15:clr>
        </p15:guide>
        <p15:guide id="4" pos="3674" userDrawn="1">
          <p15:clr>
            <a:srgbClr val="FBAE40"/>
          </p15:clr>
        </p15:guide>
        <p15:guide id="5" pos="4007" userDrawn="1">
          <p15:clr>
            <a:srgbClr val="FBAE40"/>
          </p15:clr>
        </p15:guide>
        <p15:guide id="6" orient="horz" pos="317" userDrawn="1">
          <p15:clr>
            <a:srgbClr val="FBAE40"/>
          </p15:clr>
        </p15:guide>
        <p15:guide id="7" orient="horz" pos="551" userDrawn="1">
          <p15:clr>
            <a:srgbClr val="FBAE40"/>
          </p15:clr>
        </p15:guide>
        <p15:guide id="8" orient="horz" pos="102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2563" userDrawn="1">
          <p15:clr>
            <a:srgbClr val="FBAE40"/>
          </p15:clr>
        </p15:guide>
        <p15:guide id="4" pos="2717" userDrawn="1">
          <p15:clr>
            <a:srgbClr val="FBAE40"/>
          </p15:clr>
        </p15:guide>
        <p15:guide id="5" pos="4964" userDrawn="1">
          <p15:clr>
            <a:srgbClr val="FBAE40"/>
          </p15:clr>
        </p15:guide>
        <p15:guide id="6" pos="5119" userDrawn="1">
          <p15:clr>
            <a:srgbClr val="FBAE40"/>
          </p15:clr>
        </p15:guide>
        <p15:guide id="7" pos="7364" userDrawn="1">
          <p15:clr>
            <a:srgbClr val="FBAE40"/>
          </p15:clr>
        </p15:guide>
        <p15:guide id="8" orient="horz" pos="551" userDrawn="1">
          <p15:clr>
            <a:srgbClr val="FBAE40"/>
          </p15:clr>
        </p15:guide>
        <p15:guide id="9" orient="horz" pos="1020" userDrawn="1">
          <p15:clr>
            <a:srgbClr val="FBAE40"/>
          </p15:clr>
        </p15:guide>
        <p15:guide id="10" orient="horz" pos="39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66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2"/>
          <p:cNvSpPr>
            <a:spLocks noGrp="1"/>
          </p:cNvSpPr>
          <p:nvPr>
            <p:ph type="pic" sz="quarter" idx="14" hasCustomPrompt="1"/>
          </p:nvPr>
        </p:nvSpPr>
        <p:spPr bwMode="gray">
          <a:xfrm>
            <a:off x="6362477" y="1620000"/>
            <a:ext cx="5328000" cy="2631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770000"/>
            <a:ext cx="5328000" cy="1566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620000"/>
            <a:ext cx="5328000" cy="2631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504941297"/>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2678" userDrawn="1">
          <p15:clr>
            <a:srgbClr val="FBAE40"/>
          </p15:clr>
        </p15:guide>
        <p15:guide id="6" orient="horz" pos="3004" userDrawn="1">
          <p15:clr>
            <a:srgbClr val="FBAE40"/>
          </p15:clr>
        </p15:guide>
        <p15:guide id="7" orient="horz" pos="3991" userDrawn="1">
          <p15:clr>
            <a:srgbClr val="FBAE40"/>
          </p15:clr>
        </p15:guide>
        <p15:guide id="8" pos="3682" userDrawn="1">
          <p15:clr>
            <a:srgbClr val="FBAE40"/>
          </p15:clr>
        </p15:guide>
        <p15:guide id="9" pos="4000" userDrawn="1">
          <p15:clr>
            <a:srgbClr val="FBAE40"/>
          </p15:clr>
        </p15:guide>
        <p15:guide id="10" pos="736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3"/>
          <p:cNvSpPr>
            <a:spLocks noGrp="1"/>
          </p:cNvSpPr>
          <p:nvPr>
            <p:ph type="pic" sz="quarter" idx="14" hasCustomPrompt="1"/>
          </p:nvPr>
        </p:nvSpPr>
        <p:spPr bwMode="gray">
          <a:xfrm>
            <a:off x="8299277"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2"/>
          <p:cNvSpPr>
            <a:spLocks noGrp="1"/>
          </p:cNvSpPr>
          <p:nvPr>
            <p:ph type="body" sz="quarter" idx="15" hasCustomPrompt="1"/>
          </p:nvPr>
        </p:nvSpPr>
        <p:spPr>
          <a:xfrm>
            <a:off x="4401639"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2"/>
          <p:cNvSpPr>
            <a:spLocks noGrp="1"/>
          </p:cNvSpPr>
          <p:nvPr>
            <p:ph type="pic" sz="quarter" idx="16" hasCustomPrompt="1"/>
          </p:nvPr>
        </p:nvSpPr>
        <p:spPr bwMode="gray">
          <a:xfrm>
            <a:off x="4401639"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727667599"/>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2455" userDrawn="1">
          <p15:clr>
            <a:srgbClr val="FBAE40"/>
          </p15:clr>
        </p15:guide>
        <p15:guide id="4" pos="2773" userDrawn="1">
          <p15:clr>
            <a:srgbClr val="FBAE40"/>
          </p15:clr>
        </p15:guide>
        <p15:guide id="5" pos="4910" userDrawn="1">
          <p15:clr>
            <a:srgbClr val="FBAE40"/>
          </p15:clr>
        </p15:guide>
        <p15:guide id="6" pos="5227" userDrawn="1">
          <p15:clr>
            <a:srgbClr val="FBAE40"/>
          </p15:clr>
        </p15:guide>
        <p15:guide id="7" pos="7364" userDrawn="1">
          <p15:clr>
            <a:srgbClr val="FBAE40"/>
          </p15:clr>
        </p15:guide>
        <p15:guide id="8" orient="horz" pos="551" userDrawn="1">
          <p15:clr>
            <a:srgbClr val="FBAE40"/>
          </p15:clr>
        </p15:guide>
        <p15:guide id="9" orient="horz" pos="1020" userDrawn="1">
          <p15:clr>
            <a:srgbClr val="FBAE40"/>
          </p15:clr>
        </p15:guide>
        <p15:guide id="10" orient="horz" pos="2428" userDrawn="1">
          <p15:clr>
            <a:srgbClr val="FBAE40"/>
          </p15:clr>
        </p15:guide>
        <p15:guide id="11" orient="horz" pos="2743" userDrawn="1">
          <p15:clr>
            <a:srgbClr val="FBAE40"/>
          </p15:clr>
        </p15:guide>
        <p15:guide id="12" orient="horz" pos="399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3" name="Text placeholder - column 2"/>
          <p:cNvSpPr>
            <a:spLocks noGrp="1"/>
          </p:cNvSpPr>
          <p:nvPr>
            <p:ph type="body" sz="quarter" idx="10" hasCustomPrompt="1"/>
          </p:nvPr>
        </p:nvSpPr>
        <p:spPr>
          <a:xfrm>
            <a:off x="504000" y="3878220"/>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17" name="Text placeholder - column 2"/>
          <p:cNvSpPr>
            <a:spLocks noGrp="1"/>
          </p:cNvSpPr>
          <p:nvPr>
            <p:ph type="body" sz="quarter" idx="13" hasCustomPrompt="1"/>
          </p:nvPr>
        </p:nvSpPr>
        <p:spPr>
          <a:xfrm>
            <a:off x="9274877" y="3878221"/>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 column 2"/>
          <p:cNvSpPr>
            <a:spLocks noGrp="1"/>
          </p:cNvSpPr>
          <p:nvPr>
            <p:ph type="body" sz="quarter" idx="15" hasCustomPrompt="1"/>
          </p:nvPr>
        </p:nvSpPr>
        <p:spPr>
          <a:xfrm>
            <a:off x="3427626" y="3878221"/>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13" name="Text placeholder - column 2"/>
          <p:cNvSpPr>
            <a:spLocks noGrp="1"/>
          </p:cNvSpPr>
          <p:nvPr>
            <p:ph type="body" sz="quarter" idx="17" hasCustomPrompt="1"/>
          </p:nvPr>
        </p:nvSpPr>
        <p:spPr>
          <a:xfrm>
            <a:off x="6351252" y="3878221"/>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80594478"/>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1" userDrawn="1">
          <p15:clr>
            <a:srgbClr val="FBAE40"/>
          </p15:clr>
        </p15:guide>
        <p15:guide id="5" orient="horz" pos="2110" userDrawn="1">
          <p15:clr>
            <a:srgbClr val="FBAE40"/>
          </p15:clr>
        </p15:guide>
        <p15:guide id="6" orient="horz" pos="2442" userDrawn="1">
          <p15:clr>
            <a:srgbClr val="FBAE40"/>
          </p15:clr>
        </p15:guide>
        <p15:guide id="7" orient="horz" pos="3990" userDrawn="1">
          <p15:clr>
            <a:srgbClr val="FBAE40"/>
          </p15:clr>
        </p15:guide>
        <p15:guide id="8" pos="1840" userDrawn="1">
          <p15:clr>
            <a:srgbClr val="FBAE40"/>
          </p15:clr>
        </p15:guide>
        <p15:guide id="9" pos="2159" userDrawn="1">
          <p15:clr>
            <a:srgbClr val="FBAE40"/>
          </p15:clr>
        </p15:guide>
        <p15:guide id="10" pos="3683" userDrawn="1">
          <p15:clr>
            <a:srgbClr val="FBAE40"/>
          </p15:clr>
        </p15:guide>
        <p15:guide id="11" pos="4000" userDrawn="1">
          <p15:clr>
            <a:srgbClr val="FBAE40"/>
          </p15:clr>
        </p15:guide>
        <p15:guide id="12" pos="5525" userDrawn="1">
          <p15:clr>
            <a:srgbClr val="FBAE40"/>
          </p15:clr>
        </p15:guide>
        <p15:guide id="13" pos="5842" userDrawn="1">
          <p15:clr>
            <a:srgbClr val="FBAE40"/>
          </p15:clr>
        </p15:guide>
        <p15:guide id="14" pos="736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600"/>
            </a:lvl2pPr>
          </a:lstStyle>
          <a:p>
            <a:pPr lvl="0"/>
            <a:r>
              <a:rPr lang="en-US" noProof="0" dirty="0"/>
              <a:t>“Quote goes here </a:t>
            </a:r>
            <a:br>
              <a:rPr lang="en-US" noProof="0" dirty="0"/>
            </a:br>
            <a:r>
              <a:rPr lang="en-US" noProof="0" dirty="0"/>
              <a:t>and here.”</a:t>
            </a:r>
          </a:p>
          <a:p>
            <a:pPr lvl="1"/>
            <a:r>
              <a:rPr lang="en-US" noProof="0" dirty="0"/>
              <a:t>Source</a:t>
            </a:r>
          </a:p>
        </p:txBody>
      </p:sp>
    </p:spTree>
    <p:extLst>
      <p:ext uri="{BB962C8B-B14F-4D97-AF65-F5344CB8AC3E}">
        <p14:creationId xmlns:p14="http://schemas.microsoft.com/office/powerpoint/2010/main" val="932785900"/>
      </p:ext>
    </p:extLst>
  </p:cSld>
  <p:clrMapOvr>
    <a:masterClrMapping/>
  </p:clrMapOvr>
  <p:extLst>
    <p:ext uri="{DCECCB84-F9BA-43D5-87BE-67443E8EF086}">
      <p15:sldGuideLst xmlns:p15="http://schemas.microsoft.com/office/powerpoint/2012/main">
        <p15:guide id="1" pos="317" userDrawn="1">
          <p15:clr>
            <a:srgbClr val="FBAE40"/>
          </p15:clr>
        </p15:guide>
        <p15:guide id="4" orient="horz" pos="1133" userDrawn="1">
          <p15:clr>
            <a:srgbClr val="FBAE40"/>
          </p15:clr>
        </p15:guide>
        <p15:guide id="5" orient="horz" pos="3204" userDrawn="1">
          <p15:clr>
            <a:srgbClr val="FBAE40"/>
          </p15:clr>
        </p15:guide>
        <p15:guide id="6" pos="736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p:cNvSpPr>
            <a:spLocks noGrp="1"/>
          </p:cNvSpPr>
          <p:nvPr>
            <p:ph type="body" sz="quarter" idx="11" hasCustomPrompt="1"/>
          </p:nvPr>
        </p:nvSpPr>
        <p:spPr bwMode="black">
          <a:xfrm>
            <a:off x="503999" y="1620000"/>
            <a:ext cx="7092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991" userDrawn="1">
          <p15:clr>
            <a:srgbClr val="FBAE40"/>
          </p15:clr>
        </p15:guide>
        <p15:guide id="3" pos="4786" userDrawn="1">
          <p15:clr>
            <a:srgbClr val="FBAE40"/>
          </p15:clr>
        </p15:guide>
        <p15:guide id="4" pos="5119" userDrawn="1">
          <p15:clr>
            <a:srgbClr val="FBAE40"/>
          </p15:clr>
        </p15:guide>
        <p15:guide id="5" orient="horz" pos="317" userDrawn="1">
          <p15:clr>
            <a:srgbClr val="FBAE40"/>
          </p15:clr>
        </p15:guide>
        <p15:guide id="6" orient="horz" pos="551" userDrawn="1">
          <p15:clr>
            <a:srgbClr val="FBAE40"/>
          </p15:clr>
        </p15:guide>
        <p15:guide id="7" orient="horz" pos="102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2">
    <p:spTree>
      <p:nvGrpSpPr>
        <p:cNvPr id="1" name=""/>
        <p:cNvGrpSpPr/>
        <p:nvPr/>
      </p:nvGrpSpPr>
      <p:grpSpPr>
        <a:xfrm>
          <a:off x="0" y="0"/>
          <a:ext cx="0" cy="0"/>
          <a:chOff x="0" y="0"/>
          <a:chExt cx="0" cy="0"/>
        </a:xfrm>
      </p:grpSpPr>
      <p:sp>
        <p:nvSpPr>
          <p:cNvPr id="5" name="Picture Placeholder 1/2 right"/>
          <p:cNvSpPr>
            <a:spLocks noGrp="1"/>
          </p:cNvSpPr>
          <p:nvPr>
            <p:ph type="pic" sz="quarter" idx="10" hasCustomPrompt="1"/>
          </p:nvPr>
        </p:nvSpPr>
        <p:spPr bwMode="gray">
          <a:xfrm>
            <a:off x="6097588" y="0"/>
            <a:ext cx="6097587"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1/2"/>
          <p:cNvSpPr>
            <a:spLocks noGrp="1"/>
          </p:cNvSpPr>
          <p:nvPr>
            <p:ph type="body" sz="quarter" idx="11" hasCustomPrompt="1"/>
          </p:nvPr>
        </p:nvSpPr>
        <p:spPr bwMode="black">
          <a:xfrm>
            <a:off x="503999" y="1620000"/>
            <a:ext cx="5112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extLst>
    <p:ext uri="{DCECCB84-F9BA-43D5-87BE-67443E8EF086}">
      <p15:sldGuideLst xmlns:p15="http://schemas.microsoft.com/office/powerpoint/2012/main">
        <p15:guide id="1" pos="3841"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3991" userDrawn="1">
          <p15:clr>
            <a:srgbClr val="FBAE40"/>
          </p15:clr>
        </p15:guide>
        <p15:guide id="6" pos="3538" userDrawn="1">
          <p15:clr>
            <a:srgbClr val="FBAE40"/>
          </p15:clr>
        </p15:guide>
        <p15:guide id="7" pos="31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620000"/>
            <a:ext cx="5328000" cy="4716000"/>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p:cNvSpPr>
            <a:spLocks noGrp="1"/>
          </p:cNvSpPr>
          <p:nvPr>
            <p:ph type="body" sz="quarter" idx="10" hasCustomPrompt="1"/>
          </p:nvPr>
        </p:nvSpPr>
        <p:spPr>
          <a:xfrm>
            <a:off x="504000" y="1620000"/>
            <a:ext cx="5328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1020" userDrawn="1">
          <p15:clr>
            <a:srgbClr val="FBAE40"/>
          </p15:clr>
        </p15:guide>
        <p15:guide id="3" pos="3674" userDrawn="1">
          <p15:clr>
            <a:srgbClr val="FBAE40"/>
          </p15:clr>
        </p15:guide>
        <p15:guide id="4" pos="4008" userDrawn="1">
          <p15:clr>
            <a:srgbClr val="FBAE40"/>
          </p15:clr>
        </p15:guide>
        <p15:guide id="5" pos="7364" userDrawn="1">
          <p15:clr>
            <a:srgbClr val="FBAE40"/>
          </p15:clr>
        </p15:guide>
        <p15:guide id="6" orient="horz" pos="317" userDrawn="1">
          <p15:clr>
            <a:srgbClr val="FBAE40"/>
          </p15:clr>
        </p15:guide>
        <p15:guide id="7" orient="horz" pos="551" userDrawn="1">
          <p15:clr>
            <a:srgbClr val="FBAE40"/>
          </p15:clr>
        </p15:guide>
        <p15:guide id="8" orient="horz" pos="399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620000"/>
            <a:ext cx="11185200" cy="4716000"/>
          </a:xfrm>
          <a:noFill/>
        </p:spPr>
        <p:txBody>
          <a:bodyPr tIns="1368000"/>
          <a:lstStyle>
            <a:lvl1pPr algn="ctr">
              <a:defRPr sz="1400" b="0"/>
            </a:lvl1pPr>
          </a:lstStyle>
          <a:p>
            <a:pPr lvl="0"/>
            <a:r>
              <a:rPr lang="en-US" dirty="0"/>
              <a:t>Click to add content</a:t>
            </a:r>
          </a:p>
        </p:txBody>
      </p:sp>
      <p:sp>
        <p:nvSpPr>
          <p:cNvPr id="2"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3991" userDrawn="1">
          <p15:clr>
            <a:srgbClr val="FBAE40"/>
          </p15:clr>
        </p15:guide>
        <p15:guide id="6" pos="736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bg>
      <p:bgRef idx="1001">
        <a:schemeClr val="bg1"/>
      </p:bgRef>
    </p:bg>
    <p:spTree>
      <p:nvGrpSpPr>
        <p:cNvPr id="1" name=""/>
        <p:cNvGrpSpPr/>
        <p:nvPr/>
      </p:nvGrpSpPr>
      <p:grpSpPr>
        <a:xfrm>
          <a:off x="0" y="0"/>
          <a:ext cx="0" cy="0"/>
          <a:chOff x="0" y="0"/>
          <a:chExt cx="0" cy="0"/>
        </a:xfrm>
      </p:grpSpPr>
      <p:pic>
        <p:nvPicPr>
          <p:cNvPr id="7" name="SAP Logo" descr="SAP Logo" title="SAP Logo"/>
          <p:cNvPicPr>
            <a:picLocks noChangeAspect="1"/>
          </p:cNvPicPr>
          <p:nvPr userDrawn="1"/>
        </p:nvPicPr>
        <p:blipFill>
          <a:blip r:embed="rId2"/>
          <a:stretch>
            <a:fillRect/>
          </a:stretch>
        </p:blipFill>
        <p:spPr>
          <a:xfrm>
            <a:off x="9725565" y="5994000"/>
            <a:ext cx="1963635" cy="360000"/>
          </a:xfrm>
          <a:prstGeom prst="rect">
            <a:avLst/>
          </a:prstGeom>
        </p:spPr>
      </p:pic>
      <p:sp>
        <p:nvSpPr>
          <p:cNvPr id="93" name="Contact information"/>
          <p:cNvSpPr>
            <a:spLocks noGrp="1"/>
          </p:cNvSpPr>
          <p:nvPr>
            <p:ph type="body" sz="quarter" idx="10" hasCustomPrompt="1"/>
          </p:nvPr>
        </p:nvSpPr>
        <p:spPr>
          <a:xfrm>
            <a:off x="504000" y="2905487"/>
            <a:ext cx="5593588"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593588" cy="923116"/>
          </a:xfrm>
        </p:spPr>
        <p:txBody>
          <a:bodyPr anchor="t" anchorCtr="0">
            <a:noAutofit/>
          </a:bodyPr>
          <a:lstStyle>
            <a:lvl1pPr>
              <a:defRPr sz="5500">
                <a:solidFill>
                  <a:schemeClr val="accent1"/>
                </a:solidFill>
                <a:latin typeface="+mj-lt"/>
              </a:defRPr>
            </a:lvl1pPr>
          </a:lstStyle>
          <a:p>
            <a:r>
              <a:rPr lang="en-US" dirty="0"/>
              <a:t>Thank you.</a:t>
            </a:r>
            <a:endParaRPr lang="de-DE" dirty="0"/>
          </a:p>
        </p:txBody>
      </p:sp>
    </p:spTree>
    <p:extLst>
      <p:ext uri="{BB962C8B-B14F-4D97-AF65-F5344CB8AC3E}">
        <p14:creationId xmlns:p14="http://schemas.microsoft.com/office/powerpoint/2010/main" val="781090314"/>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7364" userDrawn="1">
          <p15:clr>
            <a:srgbClr val="FBAE40"/>
          </p15:clr>
        </p15:guide>
        <p15:guide id="2" orient="horz" pos="924" userDrawn="1">
          <p15:clr>
            <a:srgbClr val="FBAE40"/>
          </p15:clr>
        </p15:guide>
        <p15:guide id="4" orient="horz" pos="1830" userDrawn="1">
          <p15:clr>
            <a:srgbClr val="FBAE40"/>
          </p15:clr>
        </p15:guide>
        <p15:guide id="5" orient="horz" pos="4000" userDrawn="1">
          <p15:clr>
            <a:srgbClr val="FBAE40"/>
          </p15:clr>
        </p15:guide>
        <p15:guide id="6" pos="317" userDrawn="1">
          <p15:clr>
            <a:srgbClr val="FBAE40"/>
          </p15:clr>
        </p15:guide>
        <p15:guide id="8" pos="3841" userDrawn="1">
          <p15:clr>
            <a:srgbClr val="FBAE40"/>
          </p15:clr>
        </p15:guide>
        <p15:guide id="9" orient="horz" pos="31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pic>
        <p:nvPicPr>
          <p:cNvPr id="16" name="SAP Logo" descr="SAP Logo" title="SAP Logo"/>
          <p:cNvPicPr>
            <a:picLocks noChangeAspect="1"/>
          </p:cNvPicPr>
          <p:nvPr userDrawn="1"/>
        </p:nvPicPr>
        <p:blipFill>
          <a:blip r:embed="rId2"/>
          <a:stretch>
            <a:fillRect/>
          </a:stretch>
        </p:blipFill>
        <p:spPr>
          <a:xfrm>
            <a:off x="9725565" y="5994000"/>
            <a:ext cx="1963635" cy="360000"/>
          </a:xfrm>
          <a:prstGeom prst="rect">
            <a:avLst/>
          </a:prstGeom>
        </p:spPr>
      </p:pic>
      <p:sp>
        <p:nvSpPr>
          <p:cNvPr id="19" name="Copyright information English"/>
          <p:cNvSpPr txBox="1"/>
          <p:nvPr userDrawn="1"/>
        </p:nvSpPr>
        <p:spPr bwMode="black">
          <a:xfrm>
            <a:off x="503238" y="2645292"/>
            <a:ext cx="5872310" cy="3708708"/>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800" b="0" noProof="0" dirty="0"/>
              <a:t>© 2019 SAP SE or an SAP affiliate company. All rights reserved.</a:t>
            </a:r>
            <a:endParaRPr lang="de-DE" sz="800" kern="0" dirty="0">
              <a:ea typeface="Arial Unicode MS" pitchFamily="34" charset="-128"/>
              <a:cs typeface="Arial Unicode MS" pitchFamily="34" charset="-128"/>
            </a:endParaRPr>
          </a:p>
          <a:p>
            <a:pPr>
              <a:spcBef>
                <a:spcPts val="600"/>
              </a:spcBef>
            </a:pPr>
            <a:r>
              <a:rPr lang="en-US" sz="8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600"/>
              </a:spcBef>
            </a:pPr>
            <a:r>
              <a:rPr lang="en-US" sz="8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of other software vendors. National product specifications may vary.</a:t>
            </a:r>
          </a:p>
          <a:p>
            <a:pPr>
              <a:spcBef>
                <a:spcPts val="600"/>
              </a:spcBef>
            </a:pPr>
            <a:r>
              <a:rPr lang="en-US" sz="8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set forth in the express warranty statements accompanying such products and services, if any. Nothing herein should be construed as constituting an additional warranty. </a:t>
            </a:r>
          </a:p>
          <a:p>
            <a:pPr>
              <a:spcBef>
                <a:spcPts val="600"/>
              </a:spcBef>
            </a:pPr>
            <a:r>
              <a:rPr lang="en-US" sz="8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platforms,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a:t>
            </a:r>
            <a:r>
              <a:rPr lang="en-US" sz="800" kern="1200" baseline="0" dirty="0">
                <a:solidFill>
                  <a:schemeClr val="tx1"/>
                </a:solidFill>
                <a:latin typeface="Arial"/>
                <a:ea typeface="Arial Unicode MS" panose="020B0604020202020204" pitchFamily="34" charset="-128"/>
                <a:cs typeface="+mn-cs"/>
              </a:rPr>
              <a:t> </a:t>
            </a:r>
            <a:r>
              <a:rPr lang="en-US" sz="8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600"/>
              </a:spcBef>
            </a:pPr>
            <a:r>
              <a:rPr lang="en-US" sz="8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in Germany and other countries. All other product and service names mentioned are the trademarks of their respective companies. </a:t>
            </a:r>
          </a:p>
          <a:p>
            <a:pPr>
              <a:spcBef>
                <a:spcPts val="600"/>
              </a:spcBef>
            </a:pPr>
            <a:r>
              <a:rPr lang="en-US" sz="800" kern="1200" dirty="0">
                <a:solidFill>
                  <a:schemeClr val="tx1"/>
                </a:solidFill>
                <a:latin typeface="Arial"/>
                <a:ea typeface="Arial Unicode MS" panose="020B0604020202020204" pitchFamily="34" charset="-128"/>
                <a:cs typeface="+mn-cs"/>
              </a:rPr>
              <a:t>See </a:t>
            </a:r>
            <a:r>
              <a:rPr lang="en-US" sz="800" kern="1200" dirty="0">
                <a:solidFill>
                  <a:schemeClr val="tx1"/>
                </a:solidFill>
                <a:latin typeface="Arial"/>
                <a:ea typeface="Arial Unicode MS" panose="020B0604020202020204" pitchFamily="34" charset="-128"/>
                <a:cs typeface="+mn-cs"/>
                <a:hlinkClick r:id="rId3"/>
              </a:rPr>
              <a:t>www.sap.com/copyright</a:t>
            </a:r>
            <a:r>
              <a:rPr lang="en-US" sz="800" kern="1200" dirty="0">
                <a:solidFill>
                  <a:schemeClr val="tx1"/>
                </a:solidFill>
                <a:latin typeface="Arial"/>
                <a:ea typeface="Arial Unicode MS" panose="020B0604020202020204" pitchFamily="34" charset="-128"/>
                <a:cs typeface="+mn-cs"/>
              </a:rPr>
              <a:t> for additional trademark information and notices.</a:t>
            </a:r>
          </a:p>
        </p:txBody>
      </p:sp>
      <p:sp>
        <p:nvSpPr>
          <p:cNvPr id="44" name="www.sap.com - contact SAP link">
            <a:hlinkClick r:id="rId4" tooltip="www.sap.com/contactsap"/>
          </p:cNvPr>
          <p:cNvSpPr txBox="1"/>
          <p:nvPr userDrawn="1"/>
        </p:nvSpPr>
        <p:spPr bwMode="black">
          <a:xfrm>
            <a:off x="503238" y="2461398"/>
            <a:ext cx="2215390"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1" kern="1200" dirty="0">
                <a:solidFill>
                  <a:schemeClr val="accent1"/>
                </a:solidFill>
                <a:latin typeface="Arial"/>
                <a:ea typeface="Arial Unicode MS" panose="020B0604020202020204" pitchFamily="34" charset="-128"/>
                <a:cs typeface="+mn-cs"/>
              </a:rPr>
              <a:t>www.sap.com</a:t>
            </a:r>
            <a:r>
              <a:rPr lang="en-US" sz="1100" b="1" kern="1200" dirty="0">
                <a:solidFill>
                  <a:schemeClr val="tx1"/>
                </a:solidFill>
                <a:latin typeface="Arial"/>
                <a:ea typeface="Arial Unicode MS" panose="020B0604020202020204" pitchFamily="34" charset="-128"/>
                <a:cs typeface="+mn-cs"/>
              </a:rPr>
              <a:t>/contactsap</a:t>
            </a:r>
          </a:p>
        </p:txBody>
      </p:sp>
      <p:pic>
        <p:nvPicPr>
          <p:cNvPr id="18" name="Linkedin icon with link">
            <a:hlinkClick r:id="rId5"/>
          </p:cNvPr>
          <p:cNvPicPr>
            <a:picLocks noChangeAspect="1"/>
          </p:cNvPicPr>
          <p:nvPr userDrawn="1"/>
        </p:nvPicPr>
        <p:blipFill>
          <a:blip r:embed="rId6"/>
          <a:stretch>
            <a:fillRect/>
          </a:stretch>
        </p:blipFill>
        <p:spPr>
          <a:xfrm>
            <a:off x="2273814" y="1749959"/>
            <a:ext cx="361809" cy="361809"/>
          </a:xfrm>
          <a:prstGeom prst="rect">
            <a:avLst/>
          </a:prstGeom>
        </p:spPr>
      </p:pic>
      <p:pic>
        <p:nvPicPr>
          <p:cNvPr id="20" name="YouTube icon with link">
            <a:hlinkClick r:id="rId7"/>
          </p:cNvPr>
          <p:cNvPicPr>
            <a:picLocks noChangeAspect="1"/>
          </p:cNvPicPr>
          <p:nvPr userDrawn="1"/>
        </p:nvPicPr>
        <p:blipFill>
          <a:blip r:embed="rId8"/>
          <a:stretch>
            <a:fillRect/>
          </a:stretch>
        </p:blipFill>
        <p:spPr>
          <a:xfrm>
            <a:off x="1683278" y="1749063"/>
            <a:ext cx="363600" cy="363600"/>
          </a:xfrm>
          <a:prstGeom prst="rect">
            <a:avLst/>
          </a:prstGeom>
        </p:spPr>
      </p:pic>
      <p:pic>
        <p:nvPicPr>
          <p:cNvPr id="21" name="Twitter icon with link">
            <a:hlinkClick r:id="rId9" tooltip="https://twitter.com/sap"/>
          </p:cNvPr>
          <p:cNvPicPr>
            <a:picLocks noChangeAspect="1"/>
          </p:cNvPicPr>
          <p:nvPr userDrawn="1"/>
        </p:nvPicPr>
        <p:blipFill>
          <a:blip r:embed="rId10"/>
          <a:stretch>
            <a:fillRect/>
          </a:stretch>
        </p:blipFill>
        <p:spPr>
          <a:xfrm>
            <a:off x="1094533" y="1749959"/>
            <a:ext cx="361809" cy="361809"/>
          </a:xfrm>
          <a:prstGeom prst="rect">
            <a:avLst/>
          </a:prstGeom>
        </p:spPr>
      </p:pic>
      <p:pic>
        <p:nvPicPr>
          <p:cNvPr id="22" name="Facebook icon with link">
            <a:hlinkClick r:id="rId11"/>
          </p:cNvPr>
          <p:cNvPicPr>
            <a:picLocks noChangeAspect="1"/>
          </p:cNvPicPr>
          <p:nvPr userDrawn="1"/>
        </p:nvPicPr>
        <p:blipFill>
          <a:blip r:embed="rId12"/>
          <a:stretch>
            <a:fillRect/>
          </a:stretch>
        </p:blipFill>
        <p:spPr>
          <a:xfrm>
            <a:off x="503997" y="1749063"/>
            <a:ext cx="363600" cy="363600"/>
          </a:xfrm>
          <a:prstGeom prst="rect">
            <a:avLst/>
          </a:prstGeom>
        </p:spPr>
      </p:pic>
      <p:sp>
        <p:nvSpPr>
          <p:cNvPr id="43" name="Follow all of SAP"/>
          <p:cNvSpPr txBox="1"/>
          <p:nvPr userDrawn="1"/>
        </p:nvSpPr>
        <p:spPr bwMode="black">
          <a:xfrm>
            <a:off x="503238" y="1461001"/>
            <a:ext cx="1228549"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0" kern="1200" dirty="0">
                <a:solidFill>
                  <a:schemeClr val="tx1"/>
                </a:solidFill>
                <a:latin typeface="Arial"/>
                <a:ea typeface="Arial Unicode MS" panose="020B0604020202020204" pitchFamily="34" charset="-128"/>
                <a:cs typeface="+mn-cs"/>
              </a:rPr>
              <a:t>Follow us</a:t>
            </a:r>
          </a:p>
        </p:txBody>
      </p:sp>
    </p:spTree>
    <p:extLst>
      <p:ext uri="{BB962C8B-B14F-4D97-AF65-F5344CB8AC3E}">
        <p14:creationId xmlns:p14="http://schemas.microsoft.com/office/powerpoint/2010/main" val="451925193"/>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pyright German">
    <p:spTree>
      <p:nvGrpSpPr>
        <p:cNvPr id="1" name=""/>
        <p:cNvGrpSpPr/>
        <p:nvPr/>
      </p:nvGrpSpPr>
      <p:grpSpPr>
        <a:xfrm>
          <a:off x="0" y="0"/>
          <a:ext cx="0" cy="0"/>
          <a:chOff x="0" y="0"/>
          <a:chExt cx="0" cy="0"/>
        </a:xfrm>
      </p:grpSpPr>
      <p:sp>
        <p:nvSpPr>
          <p:cNvPr id="11" name="Copyright information">
            <a:hlinkClick r:id="rId2" tooltip="www.sap.com/contactsap"/>
          </p:cNvPr>
          <p:cNvSpPr txBox="1"/>
          <p:nvPr userDrawn="1"/>
        </p:nvSpPr>
        <p:spPr bwMode="black">
          <a:xfrm>
            <a:off x="503238" y="2461398"/>
            <a:ext cx="2580640"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1" kern="1200" dirty="0">
                <a:solidFill>
                  <a:schemeClr val="accent1"/>
                </a:solidFill>
                <a:latin typeface="Arial"/>
                <a:ea typeface="Arial Unicode MS" panose="020B0604020202020204" pitchFamily="34" charset="-128"/>
                <a:cs typeface="+mn-cs"/>
              </a:rPr>
              <a:t>www.sap.com/germany</a:t>
            </a:r>
            <a:r>
              <a:rPr lang="en-US" sz="1100" b="1" kern="1200" dirty="0">
                <a:solidFill>
                  <a:schemeClr val="tx1"/>
                </a:solidFill>
                <a:latin typeface="Arial"/>
                <a:ea typeface="Arial Unicode MS" panose="020B0604020202020204" pitchFamily="34" charset="-128"/>
                <a:cs typeface="+mn-cs"/>
              </a:rPr>
              <a:t>/contactsap</a:t>
            </a:r>
          </a:p>
        </p:txBody>
      </p:sp>
      <p:pic>
        <p:nvPicPr>
          <p:cNvPr id="17" name="SAP Logo" descr="SAP Logo" title="SAP Logo"/>
          <p:cNvPicPr>
            <a:picLocks noChangeAspect="1"/>
          </p:cNvPicPr>
          <p:nvPr userDrawn="1"/>
        </p:nvPicPr>
        <p:blipFill>
          <a:blip r:embed="rId3"/>
          <a:stretch>
            <a:fillRect/>
          </a:stretch>
        </p:blipFill>
        <p:spPr>
          <a:xfrm>
            <a:off x="9725565" y="5994000"/>
            <a:ext cx="1963635" cy="360000"/>
          </a:xfrm>
          <a:prstGeom prst="rect">
            <a:avLst/>
          </a:prstGeom>
        </p:spPr>
      </p:pic>
      <p:sp>
        <p:nvSpPr>
          <p:cNvPr id="32" name="Copyright information-German"/>
          <p:cNvSpPr txBox="1"/>
          <p:nvPr userDrawn="1"/>
        </p:nvSpPr>
        <p:spPr bwMode="black">
          <a:xfrm>
            <a:off x="503998" y="2645292"/>
            <a:ext cx="6076808" cy="3708708"/>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800" b="0" noProof="0" dirty="0"/>
              <a:t>© 2019 SAP SE </a:t>
            </a:r>
            <a:r>
              <a:rPr lang="de-DE" sz="800" b="0" noProof="0" dirty="0"/>
              <a:t>oder ein SAP-Konzernunternehmen. Alle Rechte vorbehalten</a:t>
            </a:r>
            <a:r>
              <a:rPr lang="en-US" sz="800" b="0" noProof="0" dirty="0"/>
              <a:t>.</a:t>
            </a:r>
            <a:endParaRPr lang="de-DE" sz="800" kern="0" dirty="0">
              <a:ea typeface="Arial Unicode MS" pitchFamily="34" charset="-128"/>
              <a:cs typeface="Arial Unicode MS" pitchFamily="34" charset="-128"/>
            </a:endParaRPr>
          </a:p>
          <a:p>
            <a:pPr>
              <a:spcBef>
                <a:spcPts val="600"/>
              </a:spcBef>
            </a:pPr>
            <a:r>
              <a:rPr lang="de-DE" sz="8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600"/>
              </a:spcBef>
            </a:pPr>
            <a:r>
              <a:rPr lang="de-DE" sz="8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600"/>
              </a:spcBef>
            </a:pPr>
            <a:r>
              <a:rPr lang="de-DE" sz="8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Die SAP SE oder ihre Konzernunternehmen übernehmen keinerlei Haftung oder Gewährleistung für Fehler oder Unvollständigkeiten in dieser Publikation. 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600"/>
              </a:spcBef>
            </a:pPr>
            <a:r>
              <a:rPr lang="de-DE" sz="8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600"/>
              </a:spcBef>
            </a:pPr>
            <a:r>
              <a:rPr lang="de-DE" sz="8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(oder von einem SAP-Konzernunternehmen) in Deutschland und verschiedenen anderen Ländern weltweit.</a:t>
            </a:r>
            <a:r>
              <a:rPr lang="de-DE" sz="800" kern="1200" baseline="0" noProof="0" dirty="0">
                <a:solidFill>
                  <a:schemeClr val="tx1"/>
                </a:solidFill>
                <a:effectLst/>
                <a:latin typeface="Arial"/>
                <a:ea typeface="+mn-ea"/>
                <a:cs typeface="+mn-cs"/>
              </a:rPr>
              <a:t> </a:t>
            </a:r>
            <a:r>
              <a:rPr lang="de-DE" sz="800" kern="1200" noProof="0" dirty="0">
                <a:solidFill>
                  <a:schemeClr val="tx1"/>
                </a:solidFill>
                <a:effectLst/>
                <a:latin typeface="Arial"/>
                <a:ea typeface="+mn-ea"/>
                <a:cs typeface="+mn-cs"/>
              </a:rPr>
              <a:t>Alle anderen Namen von Produkten und Dienstleistungen sind Marken der jeweiligen Firmen. </a:t>
            </a:r>
          </a:p>
          <a:p>
            <a:pPr>
              <a:spcBef>
                <a:spcPts val="600"/>
              </a:spcBef>
            </a:pPr>
            <a:r>
              <a:rPr lang="de-DE" sz="800" kern="1200" noProof="0" dirty="0">
                <a:solidFill>
                  <a:schemeClr val="tx1"/>
                </a:solidFill>
                <a:effectLst/>
                <a:latin typeface="Arial"/>
                <a:ea typeface="+mn-ea"/>
                <a:cs typeface="+mn-cs"/>
              </a:rPr>
              <a:t>Zusätzliche Informationen zur Marke und Vermerke finden Sie auf der Seite </a:t>
            </a:r>
            <a:r>
              <a:rPr lang="de-DE" sz="800" kern="1200" noProof="0" dirty="0">
                <a:solidFill>
                  <a:schemeClr val="tx1"/>
                </a:solidFill>
                <a:effectLst/>
                <a:latin typeface="Arial"/>
                <a:ea typeface="+mn-ea"/>
                <a:cs typeface="+mn-cs"/>
                <a:hlinkClick r:id="rId4"/>
              </a:rPr>
              <a:t>www.sap.com/corporate/de/legal/copyright.html</a:t>
            </a:r>
            <a:r>
              <a:rPr lang="de-DE" sz="800" kern="1200" noProof="0" dirty="0">
                <a:solidFill>
                  <a:schemeClr val="tx1"/>
                </a:solidFill>
                <a:effectLst/>
                <a:latin typeface="Arial"/>
                <a:ea typeface="+mn-ea"/>
                <a:cs typeface="+mn-cs"/>
              </a:rPr>
              <a:t>.</a:t>
            </a:r>
          </a:p>
        </p:txBody>
      </p:sp>
      <p:pic>
        <p:nvPicPr>
          <p:cNvPr id="26" name="Linkedin icon with link">
            <a:hlinkClick r:id="rId5"/>
          </p:cNvPr>
          <p:cNvPicPr>
            <a:picLocks noChangeAspect="1"/>
          </p:cNvPicPr>
          <p:nvPr userDrawn="1"/>
        </p:nvPicPr>
        <p:blipFill>
          <a:blip r:embed="rId6"/>
          <a:stretch>
            <a:fillRect/>
          </a:stretch>
        </p:blipFill>
        <p:spPr>
          <a:xfrm>
            <a:off x="2273814" y="1749959"/>
            <a:ext cx="361809" cy="361809"/>
          </a:xfrm>
          <a:prstGeom prst="rect">
            <a:avLst/>
          </a:prstGeom>
        </p:spPr>
      </p:pic>
      <p:pic>
        <p:nvPicPr>
          <p:cNvPr id="27" name="YouTube icon with link">
            <a:hlinkClick r:id="rId7"/>
          </p:cNvPr>
          <p:cNvPicPr>
            <a:picLocks noChangeAspect="1"/>
          </p:cNvPicPr>
          <p:nvPr userDrawn="1"/>
        </p:nvPicPr>
        <p:blipFill>
          <a:blip r:embed="rId8"/>
          <a:stretch>
            <a:fillRect/>
          </a:stretch>
        </p:blipFill>
        <p:spPr>
          <a:xfrm>
            <a:off x="1683278" y="1749063"/>
            <a:ext cx="363600" cy="363600"/>
          </a:xfrm>
          <a:prstGeom prst="rect">
            <a:avLst/>
          </a:prstGeom>
        </p:spPr>
      </p:pic>
      <p:pic>
        <p:nvPicPr>
          <p:cNvPr id="28" name="Twitter icon with link">
            <a:hlinkClick r:id="rId9" tooltip="https://twitter.com/sap"/>
          </p:cNvPr>
          <p:cNvPicPr>
            <a:picLocks noChangeAspect="1"/>
          </p:cNvPicPr>
          <p:nvPr userDrawn="1"/>
        </p:nvPicPr>
        <p:blipFill>
          <a:blip r:embed="rId10"/>
          <a:stretch>
            <a:fillRect/>
          </a:stretch>
        </p:blipFill>
        <p:spPr>
          <a:xfrm>
            <a:off x="1094533" y="1749959"/>
            <a:ext cx="361809" cy="361809"/>
          </a:xfrm>
          <a:prstGeom prst="rect">
            <a:avLst/>
          </a:prstGeom>
        </p:spPr>
      </p:pic>
      <p:pic>
        <p:nvPicPr>
          <p:cNvPr id="29" name="Facebook icon with link">
            <a:hlinkClick r:id="rId11"/>
          </p:cNvPr>
          <p:cNvPicPr>
            <a:picLocks noChangeAspect="1"/>
          </p:cNvPicPr>
          <p:nvPr userDrawn="1"/>
        </p:nvPicPr>
        <p:blipFill>
          <a:blip r:embed="rId12"/>
          <a:stretch>
            <a:fillRect/>
          </a:stretch>
        </p:blipFill>
        <p:spPr>
          <a:xfrm>
            <a:off x="503997" y="1749063"/>
            <a:ext cx="363600" cy="363600"/>
          </a:xfrm>
          <a:prstGeom prst="rect">
            <a:avLst/>
          </a:prstGeom>
        </p:spPr>
      </p:pic>
      <p:sp>
        <p:nvSpPr>
          <p:cNvPr id="20" name="SAP folgen auf"/>
          <p:cNvSpPr txBox="1"/>
          <p:nvPr userDrawn="1"/>
        </p:nvSpPr>
        <p:spPr bwMode="black">
          <a:xfrm>
            <a:off x="503997" y="1461001"/>
            <a:ext cx="1228549"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de-DE" sz="1100" b="0" kern="1200" noProof="0" dirty="0">
                <a:solidFill>
                  <a:schemeClr val="tx1"/>
                </a:solidFill>
                <a:latin typeface="Arial"/>
                <a:ea typeface="Arial Unicode MS" panose="020B0604020202020204" pitchFamily="34" charset="-128"/>
                <a:cs typeface="+mn-cs"/>
              </a:rPr>
              <a:t>SAP folgen auf</a:t>
            </a:r>
          </a:p>
        </p:txBody>
      </p:sp>
    </p:spTree>
    <p:extLst>
      <p:ext uri="{BB962C8B-B14F-4D97-AF65-F5344CB8AC3E}">
        <p14:creationId xmlns:p14="http://schemas.microsoft.com/office/powerpoint/2010/main" val="1911862759"/>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 blue">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11371324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ext - blue">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999" y="1620000"/>
            <a:ext cx="11186477"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6523654"/>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 blu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600"/>
            </a:lvl2pPr>
          </a:lstStyle>
          <a:p>
            <a:pPr lvl="0"/>
            <a:r>
              <a:rPr lang="en-US" noProof="0" dirty="0"/>
              <a:t>“Quote goes here </a:t>
            </a:r>
            <a:br>
              <a:rPr lang="en-US" noProof="0" dirty="0"/>
            </a:br>
            <a:r>
              <a:rPr lang="en-US" noProof="0" dirty="0"/>
              <a:t>and here.”</a:t>
            </a:r>
          </a:p>
          <a:p>
            <a:pPr lvl="1"/>
            <a:r>
              <a:rPr lang="en-US" noProof="0" dirty="0"/>
              <a:t>Source</a:t>
            </a:r>
          </a:p>
        </p:txBody>
      </p:sp>
    </p:spTree>
    <p:extLst>
      <p:ext uri="{BB962C8B-B14F-4D97-AF65-F5344CB8AC3E}">
        <p14:creationId xmlns:p14="http://schemas.microsoft.com/office/powerpoint/2010/main" val="366177160"/>
      </p:ext>
    </p:extLst>
  </p:cSld>
  <p:clrMapOvr>
    <a:masterClrMapping/>
  </p:clrMapOvr>
  <p:extLst>
    <p:ext uri="{DCECCB84-F9BA-43D5-87BE-67443E8EF086}">
      <p15:sldGuideLst xmlns:p15="http://schemas.microsoft.com/office/powerpoint/2012/main">
        <p15:guide id="1" pos="317">
          <p15:clr>
            <a:srgbClr val="FBAE40"/>
          </p15:clr>
        </p15:guide>
        <p15:guide id="4" orient="horz" pos="1133">
          <p15:clr>
            <a:srgbClr val="FBAE40"/>
          </p15:clr>
        </p15:guide>
        <p15:guide id="5" orient="horz" pos="3204">
          <p15:clr>
            <a:srgbClr val="FBAE40"/>
          </p15:clr>
        </p15:guide>
        <p15:guide id="6" pos="736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p:cNvSpPr>
            <a:spLocks noGrp="1"/>
          </p:cNvSpPr>
          <p:nvPr userDrawn="1">
            <p:ph type="body" idx="1"/>
          </p:nvPr>
        </p:nvSpPr>
        <p:spPr bwMode="black">
          <a:xfrm>
            <a:off x="504001" y="1620000"/>
            <a:ext cx="11186476" cy="4716000"/>
          </a:xfrm>
          <a:prstGeom prst="rect">
            <a:avLst/>
          </a:prstGeom>
        </p:spPr>
        <p:txBody>
          <a:bodyPr vert="horz" lIns="0" tIns="0" rIns="0" bIns="0" rtlCol="0">
            <a:norm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5" r:id="rId3"/>
    <p:sldLayoutId id="2147483741" r:id="rId4"/>
    <p:sldLayoutId id="2147483765" r:id="rId5"/>
    <p:sldLayoutId id="2147483767" r:id="rId6"/>
    <p:sldLayoutId id="2147483743" r:id="rId7"/>
    <p:sldLayoutId id="2147483774" r:id="rId8"/>
    <p:sldLayoutId id="2147483745" r:id="rId9"/>
    <p:sldLayoutId id="2147483760" r:id="rId10"/>
    <p:sldLayoutId id="2147483768" r:id="rId11"/>
    <p:sldLayoutId id="2147483769" r:id="rId12"/>
    <p:sldLayoutId id="2147483770" r:id="rId13"/>
    <p:sldLayoutId id="2147483744" r:id="rId14"/>
    <p:sldLayoutId id="2147483757" r:id="rId15"/>
    <p:sldLayoutId id="2147483748" r:id="rId16"/>
    <p:sldLayoutId id="2147483771" r:id="rId17"/>
    <p:sldLayoutId id="2147483763" r:id="rId18"/>
    <p:sldLayoutId id="2147483751" r:id="rId19"/>
    <p:sldLayoutId id="2147483756" r:id="rId20"/>
    <p:sldLayoutId id="2147483740" r:id="rId21"/>
    <p:sldLayoutId id="2147483754" r:id="rId22"/>
    <p:sldLayoutId id="2147483755" r:id="rId23"/>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0195A"/>
        </a:solidFill>
        <a:effectLst/>
      </p:bgPr>
    </p:bg>
    <p:spTree>
      <p:nvGrpSpPr>
        <p:cNvPr id="1" name=""/>
        <p:cNvGrpSpPr/>
        <p:nvPr/>
      </p:nvGrpSpPr>
      <p:grpSpPr>
        <a:xfrm>
          <a:off x="0" y="0"/>
          <a:ext cx="0" cy="0"/>
          <a:chOff x="0" y="0"/>
          <a:chExt cx="0" cy="0"/>
        </a:xfrm>
      </p:grpSpPr>
      <p:sp>
        <p:nvSpPr>
          <p:cNvPr id="3" name="Text Placeholder"/>
          <p:cNvSpPr>
            <a:spLocks noGrp="1"/>
          </p:cNvSpPr>
          <p:nvPr userDrawn="1">
            <p:ph type="body" idx="1"/>
          </p:nvPr>
        </p:nvSpPr>
        <p:spPr bwMode="black">
          <a:xfrm>
            <a:off x="504001" y="1620000"/>
            <a:ext cx="11186476" cy="4716000"/>
          </a:xfrm>
          <a:prstGeom prst="rect">
            <a:avLst/>
          </a:prstGeom>
        </p:spPr>
        <p:txBody>
          <a:bodyPr vert="horz" lIns="0" tIns="0" rIns="0" bIns="0" rtlCol="0">
            <a:norm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sp>
        <p:nvSpPr>
          <p:cNvPr id="13" name="Slide number">
            <a:extLst>
              <a:ext uri="{FF2B5EF4-FFF2-40B4-BE49-F238E27FC236}">
                <a16:creationId xmlns:a16="http://schemas.microsoft.com/office/drawing/2014/main" id="{6F6D7778-F272-4F12-ADD2-8AE6FF10DDDC}"/>
              </a:ext>
            </a:extLst>
          </p:cNvP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4" name="Classification">
            <a:extLst>
              <a:ext uri="{FF2B5EF4-FFF2-40B4-BE49-F238E27FC236}">
                <a16:creationId xmlns:a16="http://schemas.microsoft.com/office/drawing/2014/main" id="{4950D02E-DEA7-4F24-8212-FEEF73ED9421}"/>
              </a:ext>
            </a:extLst>
          </p:cNvPr>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5" name="Copyright">
            <a:extLst>
              <a:ext uri="{FF2B5EF4-FFF2-40B4-BE49-F238E27FC236}">
                <a16:creationId xmlns:a16="http://schemas.microsoft.com/office/drawing/2014/main" id="{A507F817-5D47-4500-8930-FF4D058FA111}"/>
              </a:ext>
            </a:extLst>
          </p:cNvPr>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2019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Tree>
    <p:extLst>
      <p:ext uri="{BB962C8B-B14F-4D97-AF65-F5344CB8AC3E}">
        <p14:creationId xmlns:p14="http://schemas.microsoft.com/office/powerpoint/2010/main" val="2031361106"/>
      </p:ext>
    </p:extLst>
  </p:cSld>
  <p:clrMap bg1="dk1" tx1="lt1" bg2="dk2" tx2="lt2" accent1="accent1" accent2="accent2" accent3="accent3" accent4="accent4" accent5="accent5" accent6="accent6" hlink="hlink" folHlink="folHlink"/>
  <p:sldLayoutIdLst>
    <p:sldLayoutId id="2147483789" r:id="rId1"/>
    <p:sldLayoutId id="2147483791" r:id="rId2"/>
    <p:sldLayoutId id="2147483798" r:id="rId3"/>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8.emf"/><Relationship Id="rId1" Type="http://schemas.openxmlformats.org/officeDocument/2006/relationships/slideLayout" Target="../slideLayouts/slideLayout7.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p:cNvSpPr>
            <a:spLocks noGrp="1"/>
          </p:cNvSpPr>
          <p:nvPr>
            <p:ph type="title"/>
          </p:nvPr>
        </p:nvSpPr>
        <p:spPr bwMode="gray">
          <a:xfrm>
            <a:off x="504001" y="504000"/>
            <a:ext cx="11186476" cy="738664"/>
          </a:xfrm>
        </p:spPr>
        <p:txBody>
          <a:bodyPr/>
          <a:lstStyle/>
          <a:p>
            <a:r>
              <a:rPr lang="en-US" dirty="0"/>
              <a:t>TAM Block diagrams</a:t>
            </a:r>
            <a:br>
              <a:rPr lang="en-US" dirty="0"/>
            </a:br>
            <a:r>
              <a:rPr lang="en-US" b="0" dirty="0"/>
              <a:t>Copy the elements to your drawing</a:t>
            </a:r>
            <a:endParaRPr lang="en-US" dirty="0"/>
          </a:p>
        </p:txBody>
      </p:sp>
      <p:sp>
        <p:nvSpPr>
          <p:cNvPr id="3" name="Rectangle 4">
            <a:extLst>
              <a:ext uri="{FF2B5EF4-FFF2-40B4-BE49-F238E27FC236}">
                <a16:creationId xmlns:a16="http://schemas.microsoft.com/office/drawing/2014/main" id="{55E770C4-839D-414E-A007-A0E1D4114470}"/>
              </a:ext>
            </a:extLst>
          </p:cNvPr>
          <p:cNvSpPr>
            <a:spLocks noChangeArrowheads="1"/>
          </p:cNvSpPr>
          <p:nvPr/>
        </p:nvSpPr>
        <p:spPr bwMode="auto">
          <a:xfrm>
            <a:off x="2042460" y="3763191"/>
            <a:ext cx="1008063"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a:t>Agent’s Name</a:t>
            </a:r>
          </a:p>
        </p:txBody>
      </p:sp>
      <p:sp>
        <p:nvSpPr>
          <p:cNvPr id="4" name="AutoShape 5">
            <a:extLst>
              <a:ext uri="{FF2B5EF4-FFF2-40B4-BE49-F238E27FC236}">
                <a16:creationId xmlns:a16="http://schemas.microsoft.com/office/drawing/2014/main" id="{601120B8-44ED-4EAC-A2FF-B6CDAAF696B6}"/>
              </a:ext>
            </a:extLst>
          </p:cNvPr>
          <p:cNvSpPr>
            <a:spLocks noChangeArrowheads="1"/>
          </p:cNvSpPr>
          <p:nvPr/>
        </p:nvSpPr>
        <p:spPr bwMode="auto">
          <a:xfrm>
            <a:off x="2042411" y="4483023"/>
            <a:ext cx="1008063" cy="4318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200"/>
              <a:t>Storage Name</a:t>
            </a:r>
          </a:p>
        </p:txBody>
      </p:sp>
      <p:sp>
        <p:nvSpPr>
          <p:cNvPr id="5" name="Rectangle 6">
            <a:extLst>
              <a:ext uri="{FF2B5EF4-FFF2-40B4-BE49-F238E27FC236}">
                <a16:creationId xmlns:a16="http://schemas.microsoft.com/office/drawing/2014/main" id="{92439A65-F8FE-40A8-8F54-05AC6C8AC2B5}"/>
              </a:ext>
            </a:extLst>
          </p:cNvPr>
          <p:cNvSpPr>
            <a:spLocks noChangeArrowheads="1"/>
          </p:cNvSpPr>
          <p:nvPr/>
        </p:nvSpPr>
        <p:spPr bwMode="auto">
          <a:xfrm>
            <a:off x="2042278" y="2394927"/>
            <a:ext cx="1008063"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Agent’s Name</a:t>
            </a:r>
          </a:p>
        </p:txBody>
      </p:sp>
      <p:sp>
        <p:nvSpPr>
          <p:cNvPr id="6" name="AutoShape 7">
            <a:extLst>
              <a:ext uri="{FF2B5EF4-FFF2-40B4-BE49-F238E27FC236}">
                <a16:creationId xmlns:a16="http://schemas.microsoft.com/office/drawing/2014/main" id="{4821E0D7-22C0-4CD2-9C7D-F798DF74F25E}"/>
              </a:ext>
            </a:extLst>
          </p:cNvPr>
          <p:cNvSpPr>
            <a:spLocks noChangeArrowheads="1"/>
          </p:cNvSpPr>
          <p:nvPr/>
        </p:nvSpPr>
        <p:spPr bwMode="auto">
          <a:xfrm>
            <a:off x="2474260" y="3258441"/>
            <a:ext cx="144463" cy="144462"/>
          </a:xfrm>
          <a:prstGeom prst="flowChartConnector">
            <a:avLst/>
          </a:prstGeom>
          <a:solidFill>
            <a:schemeClr val="bg1"/>
          </a:solidFill>
          <a:ln w="17780">
            <a:solidFill>
              <a:schemeClr val="tx1"/>
            </a:solidFill>
            <a:round/>
            <a:headEnd/>
            <a:tailEnd/>
          </a:ln>
        </p:spPr>
        <p:txBody>
          <a:bodyPr wrap="none" lIns="90000" tIns="46800" rIns="90000" bIns="46800" anchor="ctr"/>
          <a:lstStyle/>
          <a:p>
            <a:pPr>
              <a:buClrTx/>
              <a:buSzTx/>
              <a:buFontTx/>
              <a:buNone/>
            </a:pPr>
            <a:endParaRPr lang="en-US" sz="1800" b="1"/>
          </a:p>
        </p:txBody>
      </p:sp>
      <p:cxnSp>
        <p:nvCxnSpPr>
          <p:cNvPr id="7" name="AutoShape 8">
            <a:extLst>
              <a:ext uri="{FF2B5EF4-FFF2-40B4-BE49-F238E27FC236}">
                <a16:creationId xmlns:a16="http://schemas.microsoft.com/office/drawing/2014/main" id="{0A7668E8-E7C3-452A-A053-C17E754F7B50}"/>
              </a:ext>
            </a:extLst>
          </p:cNvPr>
          <p:cNvCxnSpPr>
            <a:cxnSpLocks noChangeShapeType="1"/>
            <a:stCxn id="6" idx="0"/>
            <a:endCxn id="5" idx="2"/>
          </p:cNvCxnSpPr>
          <p:nvPr/>
        </p:nvCxnSpPr>
        <p:spPr bwMode="auto">
          <a:xfrm flipH="1" flipV="1">
            <a:off x="2546310" y="2826727"/>
            <a:ext cx="182" cy="431714"/>
          </a:xfrm>
          <a:prstGeom prst="straightConnector1">
            <a:avLst/>
          </a:prstGeom>
          <a:noFill/>
          <a:ln w="8890">
            <a:solidFill>
              <a:schemeClr val="tx1"/>
            </a:solidFill>
            <a:round/>
            <a:headEnd/>
            <a:tailEnd/>
          </a:ln>
        </p:spPr>
      </p:cxnSp>
      <p:cxnSp>
        <p:nvCxnSpPr>
          <p:cNvPr id="8" name="AutoShape 9">
            <a:extLst>
              <a:ext uri="{FF2B5EF4-FFF2-40B4-BE49-F238E27FC236}">
                <a16:creationId xmlns:a16="http://schemas.microsoft.com/office/drawing/2014/main" id="{69AB3BE6-A4A7-4532-A21C-44FF0A3BD671}"/>
              </a:ext>
            </a:extLst>
          </p:cNvPr>
          <p:cNvCxnSpPr>
            <a:cxnSpLocks noChangeShapeType="1"/>
            <a:stCxn id="3" idx="0"/>
            <a:endCxn id="6" idx="4"/>
          </p:cNvCxnSpPr>
          <p:nvPr/>
        </p:nvCxnSpPr>
        <p:spPr bwMode="auto">
          <a:xfrm flipV="1">
            <a:off x="2546492" y="3402903"/>
            <a:ext cx="0" cy="360288"/>
          </a:xfrm>
          <a:prstGeom prst="straightConnector1">
            <a:avLst/>
          </a:prstGeom>
          <a:noFill/>
          <a:ln w="8890">
            <a:solidFill>
              <a:schemeClr val="tx1"/>
            </a:solidFill>
            <a:round/>
            <a:headEnd/>
            <a:tailEnd/>
          </a:ln>
        </p:spPr>
      </p:cxnSp>
      <p:grpSp>
        <p:nvGrpSpPr>
          <p:cNvPr id="9" name="Group 16">
            <a:extLst>
              <a:ext uri="{FF2B5EF4-FFF2-40B4-BE49-F238E27FC236}">
                <a16:creationId xmlns:a16="http://schemas.microsoft.com/office/drawing/2014/main" id="{A3A911FE-6BDD-49BE-8373-D9E261C29609}"/>
              </a:ext>
            </a:extLst>
          </p:cNvPr>
          <p:cNvGrpSpPr>
            <a:grpSpLocks/>
          </p:cNvGrpSpPr>
          <p:nvPr/>
        </p:nvGrpSpPr>
        <p:grpSpPr bwMode="auto">
          <a:xfrm>
            <a:off x="2031348" y="2989607"/>
            <a:ext cx="168275" cy="122238"/>
            <a:chOff x="1825" y="1369"/>
            <a:chExt cx="106" cy="77"/>
          </a:xfrm>
        </p:grpSpPr>
        <p:sp>
          <p:nvSpPr>
            <p:cNvPr id="10" name="Line 17">
              <a:extLst>
                <a:ext uri="{FF2B5EF4-FFF2-40B4-BE49-F238E27FC236}">
                  <a16:creationId xmlns:a16="http://schemas.microsoft.com/office/drawing/2014/main" id="{2E1434F8-901B-4DEA-A24D-82C8DE187454}"/>
                </a:ext>
              </a:extLst>
            </p:cNvPr>
            <p:cNvSpPr>
              <a:spLocks noChangeShapeType="1"/>
            </p:cNvSpPr>
            <p:nvPr/>
          </p:nvSpPr>
          <p:spPr bwMode="auto">
            <a:xfrm rot="5400000" flipH="1">
              <a:off x="1844" y="1389"/>
              <a:ext cx="0" cy="37"/>
            </a:xfrm>
            <a:prstGeom prst="line">
              <a:avLst/>
            </a:prstGeom>
            <a:noFill/>
            <a:ln w="8890">
              <a:solidFill>
                <a:schemeClr val="tx1"/>
              </a:solidFill>
              <a:round/>
              <a:headEnd/>
              <a:tailEnd type="stealth" w="med" len="med"/>
            </a:ln>
          </p:spPr>
          <p:txBody>
            <a:bodyPr lIns="90000" tIns="46800" rIns="90000" bIns="46800" anchor="ctr"/>
            <a:lstStyle/>
            <a:p>
              <a:endParaRPr lang="en-US"/>
            </a:p>
          </p:txBody>
        </p:sp>
        <p:sp>
          <p:nvSpPr>
            <p:cNvPr id="11" name="Text Box 18">
              <a:extLst>
                <a:ext uri="{FF2B5EF4-FFF2-40B4-BE49-F238E27FC236}">
                  <a16:creationId xmlns:a16="http://schemas.microsoft.com/office/drawing/2014/main" id="{9488F9E0-13DB-43F5-83F2-58C945E36036}"/>
                </a:ext>
              </a:extLst>
            </p:cNvPr>
            <p:cNvSpPr txBox="1">
              <a:spLocks noChangeArrowheads="1"/>
            </p:cNvSpPr>
            <p:nvPr/>
          </p:nvSpPr>
          <p:spPr bwMode="auto">
            <a:xfrm>
              <a:off x="1877" y="1369"/>
              <a:ext cx="54" cy="77"/>
            </a:xfrm>
            <a:prstGeom prst="rect">
              <a:avLst/>
            </a:prstGeom>
            <a:noFill/>
            <a:ln w="12700">
              <a:noFill/>
              <a:miter lim="800000"/>
              <a:headEnd/>
              <a:tailEnd/>
            </a:ln>
          </p:spPr>
          <p:txBody>
            <a:bodyPr lIns="0" tIns="0" rIns="0" bIns="0">
              <a:spAutoFit/>
            </a:bodyPr>
            <a:lstStyle/>
            <a:p>
              <a:pPr algn="l">
                <a:buClrTx/>
                <a:buSzTx/>
                <a:buFontTx/>
                <a:buNone/>
              </a:pPr>
              <a:r>
                <a:rPr lang="en-US" sz="800" b="1" dirty="0"/>
                <a:t>R</a:t>
              </a:r>
            </a:p>
          </p:txBody>
        </p:sp>
      </p:grpSp>
      <p:grpSp>
        <p:nvGrpSpPr>
          <p:cNvPr id="12" name="Group 19">
            <a:extLst>
              <a:ext uri="{FF2B5EF4-FFF2-40B4-BE49-F238E27FC236}">
                <a16:creationId xmlns:a16="http://schemas.microsoft.com/office/drawing/2014/main" id="{B346E78A-985D-40BE-A97A-D080F7242174}"/>
              </a:ext>
            </a:extLst>
          </p:cNvPr>
          <p:cNvGrpSpPr>
            <a:grpSpLocks/>
          </p:cNvGrpSpPr>
          <p:nvPr/>
        </p:nvGrpSpPr>
        <p:grpSpPr bwMode="auto">
          <a:xfrm>
            <a:off x="2063098" y="3134070"/>
            <a:ext cx="153987" cy="122237"/>
            <a:chOff x="1526" y="1540"/>
            <a:chExt cx="97" cy="77"/>
          </a:xfrm>
        </p:grpSpPr>
        <p:sp>
          <p:nvSpPr>
            <p:cNvPr id="13" name="Text Box 20">
              <a:extLst>
                <a:ext uri="{FF2B5EF4-FFF2-40B4-BE49-F238E27FC236}">
                  <a16:creationId xmlns:a16="http://schemas.microsoft.com/office/drawing/2014/main" id="{6405C3DD-DDB7-40F4-8FCD-D2FF289E0F03}"/>
                </a:ext>
              </a:extLst>
            </p:cNvPr>
            <p:cNvSpPr txBox="1">
              <a:spLocks noChangeArrowheads="1"/>
            </p:cNvSpPr>
            <p:nvPr/>
          </p:nvSpPr>
          <p:spPr bwMode="auto">
            <a:xfrm>
              <a:off x="1526" y="1540"/>
              <a:ext cx="54" cy="77"/>
            </a:xfrm>
            <a:prstGeom prst="rect">
              <a:avLst/>
            </a:prstGeom>
            <a:noFill/>
            <a:ln w="12700">
              <a:noFill/>
              <a:miter lim="800000"/>
              <a:headEnd/>
              <a:tailEnd/>
            </a:ln>
          </p:spPr>
          <p:txBody>
            <a:bodyPr lIns="0" tIns="0" rIns="0" bIns="0">
              <a:spAutoFit/>
            </a:bodyPr>
            <a:lstStyle/>
            <a:p>
              <a:pPr algn="l">
                <a:buClrTx/>
                <a:buSzTx/>
                <a:buFontTx/>
                <a:buNone/>
              </a:pPr>
              <a:r>
                <a:rPr lang="en-US" sz="800" b="1"/>
                <a:t>R</a:t>
              </a:r>
            </a:p>
          </p:txBody>
        </p:sp>
        <p:sp>
          <p:nvSpPr>
            <p:cNvPr id="14" name="Line 21">
              <a:extLst>
                <a:ext uri="{FF2B5EF4-FFF2-40B4-BE49-F238E27FC236}">
                  <a16:creationId xmlns:a16="http://schemas.microsoft.com/office/drawing/2014/main" id="{33153086-52C8-42D1-A7D4-2BB0988298A4}"/>
                </a:ext>
              </a:extLst>
            </p:cNvPr>
            <p:cNvSpPr>
              <a:spLocks noChangeShapeType="1"/>
            </p:cNvSpPr>
            <p:nvPr/>
          </p:nvSpPr>
          <p:spPr bwMode="auto">
            <a:xfrm rot="16200000" flipH="1">
              <a:off x="1605" y="1562"/>
              <a:ext cx="0" cy="37"/>
            </a:xfrm>
            <a:prstGeom prst="line">
              <a:avLst/>
            </a:prstGeom>
            <a:noFill/>
            <a:ln w="8890">
              <a:solidFill>
                <a:schemeClr val="tx1"/>
              </a:solidFill>
              <a:round/>
              <a:headEnd/>
              <a:tailEnd type="stealth" w="med" len="med"/>
            </a:ln>
          </p:spPr>
          <p:txBody>
            <a:bodyPr lIns="90000" tIns="46800" rIns="90000" bIns="46800" anchor="ctr"/>
            <a:lstStyle/>
            <a:p>
              <a:endParaRPr lang="en-US"/>
            </a:p>
          </p:txBody>
        </p:sp>
      </p:grpSp>
      <p:sp>
        <p:nvSpPr>
          <p:cNvPr id="15" name="Rectangle 22">
            <a:extLst>
              <a:ext uri="{FF2B5EF4-FFF2-40B4-BE49-F238E27FC236}">
                <a16:creationId xmlns:a16="http://schemas.microsoft.com/office/drawing/2014/main" id="{48424F2C-8028-4F69-B9E0-EC60DA1AA8D3}"/>
              </a:ext>
            </a:extLst>
          </p:cNvPr>
          <p:cNvSpPr>
            <a:spLocks noChangeArrowheads="1"/>
          </p:cNvSpPr>
          <p:nvPr/>
        </p:nvSpPr>
        <p:spPr bwMode="auto">
          <a:xfrm>
            <a:off x="3482571" y="3762943"/>
            <a:ext cx="1008063" cy="431800"/>
          </a:xfrm>
          <a:prstGeom prst="rect">
            <a:avLst/>
          </a:prstGeom>
          <a:solidFill>
            <a:srgbClr val="DDDDDD"/>
          </a:solidFill>
          <a:ln w="17780">
            <a:solidFill>
              <a:schemeClr val="tx1"/>
            </a:solidFill>
            <a:miter lim="800000"/>
            <a:headEnd/>
            <a:tailEnd/>
          </a:ln>
        </p:spPr>
        <p:txBody>
          <a:bodyPr lIns="36000" tIns="36000" rIns="36000" bIns="36000" anchor="ctr"/>
          <a:lstStyle/>
          <a:p>
            <a:pPr algn="ctr">
              <a:buClrTx/>
              <a:buSzTx/>
              <a:buFontTx/>
              <a:buNone/>
            </a:pPr>
            <a:r>
              <a:rPr lang="en-US" sz="1200" dirty="0"/>
              <a:t>Agent’s Name</a:t>
            </a:r>
          </a:p>
        </p:txBody>
      </p:sp>
      <p:sp>
        <p:nvSpPr>
          <p:cNvPr id="16" name="Rectangle 23">
            <a:extLst>
              <a:ext uri="{FF2B5EF4-FFF2-40B4-BE49-F238E27FC236}">
                <a16:creationId xmlns:a16="http://schemas.microsoft.com/office/drawing/2014/main" id="{FF7A60F1-37D8-4D9A-ACD3-A4E0EB91543B}"/>
              </a:ext>
            </a:extLst>
          </p:cNvPr>
          <p:cNvSpPr>
            <a:spLocks noChangeArrowheads="1"/>
          </p:cNvSpPr>
          <p:nvPr/>
        </p:nvSpPr>
        <p:spPr bwMode="auto">
          <a:xfrm>
            <a:off x="4922781" y="3762943"/>
            <a:ext cx="1008062" cy="432048"/>
          </a:xfrm>
          <a:prstGeom prst="rect">
            <a:avLst/>
          </a:prstGeom>
          <a:solidFill>
            <a:srgbClr val="B2B2B2"/>
          </a:solidFill>
          <a:ln w="17780">
            <a:solidFill>
              <a:schemeClr val="tx1"/>
            </a:solidFill>
            <a:miter lim="800000"/>
            <a:headEnd/>
            <a:tailEnd/>
          </a:ln>
        </p:spPr>
        <p:txBody>
          <a:bodyPr lIns="36000" tIns="36000" rIns="36000" bIns="36000" anchor="ctr"/>
          <a:lstStyle/>
          <a:p>
            <a:pPr algn="ctr">
              <a:buClrTx/>
              <a:buSzTx/>
              <a:buFontTx/>
              <a:buNone/>
            </a:pPr>
            <a:r>
              <a:rPr lang="en-US" sz="1200"/>
              <a:t>Agent’s Name</a:t>
            </a:r>
          </a:p>
        </p:txBody>
      </p:sp>
      <p:sp>
        <p:nvSpPr>
          <p:cNvPr id="17" name="AutoShape 24">
            <a:extLst>
              <a:ext uri="{FF2B5EF4-FFF2-40B4-BE49-F238E27FC236}">
                <a16:creationId xmlns:a16="http://schemas.microsoft.com/office/drawing/2014/main" id="{204FE721-4D52-49E7-B256-A9B5BCB25C1D}"/>
              </a:ext>
            </a:extLst>
          </p:cNvPr>
          <p:cNvSpPr>
            <a:spLocks noChangeArrowheads="1"/>
          </p:cNvSpPr>
          <p:nvPr/>
        </p:nvSpPr>
        <p:spPr bwMode="auto">
          <a:xfrm>
            <a:off x="3482571" y="4411015"/>
            <a:ext cx="1008063" cy="431800"/>
          </a:xfrm>
          <a:prstGeom prst="roundRect">
            <a:avLst>
              <a:gd name="adj" fmla="val 50000"/>
            </a:avLst>
          </a:prstGeom>
          <a:solidFill>
            <a:srgbClr val="DDDDDD"/>
          </a:solidFill>
          <a:ln w="17780">
            <a:solidFill>
              <a:schemeClr val="tx1"/>
            </a:solidFill>
            <a:round/>
            <a:headEnd/>
            <a:tailEnd/>
          </a:ln>
        </p:spPr>
        <p:txBody>
          <a:bodyPr lIns="36000" tIns="36000" rIns="36000" bIns="36000" anchor="ctr"/>
          <a:lstStyle/>
          <a:p>
            <a:pPr algn="ctr">
              <a:buClrTx/>
              <a:buSzTx/>
              <a:buFontTx/>
              <a:buNone/>
            </a:pPr>
            <a:r>
              <a:rPr lang="en-US" sz="1200"/>
              <a:t>Storage Name</a:t>
            </a:r>
          </a:p>
        </p:txBody>
      </p:sp>
      <p:sp>
        <p:nvSpPr>
          <p:cNvPr id="18" name="AutoShape 25">
            <a:extLst>
              <a:ext uri="{FF2B5EF4-FFF2-40B4-BE49-F238E27FC236}">
                <a16:creationId xmlns:a16="http://schemas.microsoft.com/office/drawing/2014/main" id="{3189A1F8-C6D3-4057-AD18-605F21B8CD7B}"/>
              </a:ext>
            </a:extLst>
          </p:cNvPr>
          <p:cNvSpPr>
            <a:spLocks noChangeArrowheads="1"/>
          </p:cNvSpPr>
          <p:nvPr/>
        </p:nvSpPr>
        <p:spPr bwMode="auto">
          <a:xfrm>
            <a:off x="4922781" y="4411015"/>
            <a:ext cx="1008062" cy="431800"/>
          </a:xfrm>
          <a:prstGeom prst="roundRect">
            <a:avLst>
              <a:gd name="adj" fmla="val 50000"/>
            </a:avLst>
          </a:prstGeom>
          <a:solidFill>
            <a:srgbClr val="B2B2B2"/>
          </a:solidFill>
          <a:ln w="17780">
            <a:solidFill>
              <a:schemeClr val="tx1"/>
            </a:solidFill>
            <a:round/>
            <a:headEnd/>
            <a:tailEnd/>
          </a:ln>
        </p:spPr>
        <p:txBody>
          <a:bodyPr lIns="36000" tIns="36000" rIns="36000" bIns="36000" anchor="ctr"/>
          <a:lstStyle/>
          <a:p>
            <a:pPr algn="ctr">
              <a:buClrTx/>
              <a:buSzTx/>
              <a:buFontTx/>
              <a:buNone/>
            </a:pPr>
            <a:r>
              <a:rPr lang="en-US" sz="1200"/>
              <a:t>Storage Name</a:t>
            </a:r>
          </a:p>
        </p:txBody>
      </p:sp>
      <p:cxnSp>
        <p:nvCxnSpPr>
          <p:cNvPr id="19" name="AutoShape 26">
            <a:extLst>
              <a:ext uri="{FF2B5EF4-FFF2-40B4-BE49-F238E27FC236}">
                <a16:creationId xmlns:a16="http://schemas.microsoft.com/office/drawing/2014/main" id="{0B524E6E-F222-4B9E-8132-682D1F06FA32}"/>
              </a:ext>
            </a:extLst>
          </p:cNvPr>
          <p:cNvCxnSpPr>
            <a:cxnSpLocks noChangeShapeType="1"/>
            <a:stCxn id="17" idx="0"/>
            <a:endCxn id="15" idx="2"/>
          </p:cNvCxnSpPr>
          <p:nvPr/>
        </p:nvCxnSpPr>
        <p:spPr bwMode="auto">
          <a:xfrm flipV="1">
            <a:off x="3986603" y="4194743"/>
            <a:ext cx="0" cy="216272"/>
          </a:xfrm>
          <a:prstGeom prst="straightConnector1">
            <a:avLst/>
          </a:prstGeom>
          <a:noFill/>
          <a:ln w="8890">
            <a:solidFill>
              <a:schemeClr val="tx1"/>
            </a:solidFill>
            <a:round/>
            <a:headEnd/>
            <a:tailEnd type="triangle" w="med" len="med"/>
          </a:ln>
        </p:spPr>
      </p:cxnSp>
      <p:sp>
        <p:nvSpPr>
          <p:cNvPr id="20" name="AutoShape 27">
            <a:extLst>
              <a:ext uri="{FF2B5EF4-FFF2-40B4-BE49-F238E27FC236}">
                <a16:creationId xmlns:a16="http://schemas.microsoft.com/office/drawing/2014/main" id="{18F2DD10-3B77-4AD2-AAAD-16A7BF8D90A9}"/>
              </a:ext>
            </a:extLst>
          </p:cNvPr>
          <p:cNvSpPr>
            <a:spLocks noChangeArrowheads="1"/>
          </p:cNvSpPr>
          <p:nvPr/>
        </p:nvSpPr>
        <p:spPr bwMode="auto">
          <a:xfrm>
            <a:off x="2042811" y="5274895"/>
            <a:ext cx="1728425" cy="720000"/>
          </a:xfrm>
          <a:prstGeom prst="roundRect">
            <a:avLst>
              <a:gd name="adj" fmla="val 35763"/>
            </a:avLst>
          </a:prstGeom>
          <a:solidFill>
            <a:srgbClr val="DDDDDD"/>
          </a:solidFill>
          <a:ln w="17780">
            <a:solidFill>
              <a:schemeClr val="tx1"/>
            </a:solidFill>
            <a:round/>
            <a:headEnd/>
            <a:tailEnd/>
          </a:ln>
        </p:spPr>
        <p:txBody>
          <a:bodyPr wrap="square" lIns="36000" tIns="0" rIns="36000" bIns="0" anchor="b" anchorCtr="0"/>
          <a:lstStyle/>
          <a:p>
            <a:pPr algn="ctr">
              <a:buClrTx/>
              <a:buSzTx/>
              <a:buFontTx/>
              <a:buNone/>
            </a:pPr>
            <a:r>
              <a:rPr lang="en-US" sz="1200" dirty="0"/>
              <a:t>Storage Name</a:t>
            </a:r>
          </a:p>
        </p:txBody>
      </p:sp>
      <p:sp>
        <p:nvSpPr>
          <p:cNvPr id="21" name="AutoShape 28">
            <a:extLst>
              <a:ext uri="{FF2B5EF4-FFF2-40B4-BE49-F238E27FC236}">
                <a16:creationId xmlns:a16="http://schemas.microsoft.com/office/drawing/2014/main" id="{1A5A2571-D522-42CD-9FA6-CA0F57E5CF41}"/>
              </a:ext>
            </a:extLst>
          </p:cNvPr>
          <p:cNvSpPr>
            <a:spLocks noChangeArrowheads="1"/>
          </p:cNvSpPr>
          <p:nvPr/>
        </p:nvSpPr>
        <p:spPr bwMode="auto">
          <a:xfrm>
            <a:off x="2114811" y="5346895"/>
            <a:ext cx="720725" cy="3600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200"/>
              <a:t>Storage Name</a:t>
            </a:r>
          </a:p>
        </p:txBody>
      </p:sp>
      <p:sp>
        <p:nvSpPr>
          <p:cNvPr id="22" name="AutoShape 29">
            <a:extLst>
              <a:ext uri="{FF2B5EF4-FFF2-40B4-BE49-F238E27FC236}">
                <a16:creationId xmlns:a16="http://schemas.microsoft.com/office/drawing/2014/main" id="{58DEF9D3-6DBC-48FE-BFAA-C3676187BA0E}"/>
              </a:ext>
            </a:extLst>
          </p:cNvPr>
          <p:cNvSpPr>
            <a:spLocks noChangeArrowheads="1"/>
          </p:cNvSpPr>
          <p:nvPr/>
        </p:nvSpPr>
        <p:spPr bwMode="auto">
          <a:xfrm>
            <a:off x="2978086" y="5346895"/>
            <a:ext cx="720725" cy="3600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200" dirty="0"/>
              <a:t>Storage Name</a:t>
            </a:r>
          </a:p>
        </p:txBody>
      </p:sp>
      <p:sp>
        <p:nvSpPr>
          <p:cNvPr id="23" name="Rectangle 30">
            <a:extLst>
              <a:ext uri="{FF2B5EF4-FFF2-40B4-BE49-F238E27FC236}">
                <a16:creationId xmlns:a16="http://schemas.microsoft.com/office/drawing/2014/main" id="{D999F4A1-6C40-43D5-9AD1-67B53B633AA5}"/>
              </a:ext>
            </a:extLst>
          </p:cNvPr>
          <p:cNvSpPr>
            <a:spLocks noChangeArrowheads="1"/>
          </p:cNvSpPr>
          <p:nvPr/>
        </p:nvSpPr>
        <p:spPr bwMode="auto">
          <a:xfrm>
            <a:off x="4202811" y="5274895"/>
            <a:ext cx="1440000" cy="720000"/>
          </a:xfrm>
          <a:prstGeom prst="rect">
            <a:avLst/>
          </a:prstGeom>
          <a:solidFill>
            <a:srgbClr val="DDDDDD"/>
          </a:solidFill>
          <a:ln w="17780">
            <a:solidFill>
              <a:schemeClr val="tx1"/>
            </a:solidFill>
            <a:miter lim="800000"/>
            <a:headEnd/>
            <a:tailEnd/>
          </a:ln>
        </p:spPr>
        <p:txBody>
          <a:bodyPr lIns="36000" tIns="36000" rIns="36000" bIns="36000" anchor="b"/>
          <a:lstStyle/>
          <a:p>
            <a:pPr algn="ctr">
              <a:buClrTx/>
              <a:buSzTx/>
              <a:buFontTx/>
              <a:buNone/>
            </a:pPr>
            <a:r>
              <a:rPr lang="en-US" sz="1200" dirty="0"/>
              <a:t>Agent’s Name</a:t>
            </a:r>
          </a:p>
        </p:txBody>
      </p:sp>
      <p:sp>
        <p:nvSpPr>
          <p:cNvPr id="25" name="Rectangle 31">
            <a:extLst>
              <a:ext uri="{FF2B5EF4-FFF2-40B4-BE49-F238E27FC236}">
                <a16:creationId xmlns:a16="http://schemas.microsoft.com/office/drawing/2014/main" id="{AC1977A8-1345-4758-A3DF-354E86B56CA6}"/>
              </a:ext>
            </a:extLst>
          </p:cNvPr>
          <p:cNvSpPr>
            <a:spLocks noChangeArrowheads="1"/>
          </p:cNvSpPr>
          <p:nvPr/>
        </p:nvSpPr>
        <p:spPr bwMode="auto">
          <a:xfrm>
            <a:off x="4274386" y="5346548"/>
            <a:ext cx="576425"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Agent a</a:t>
            </a:r>
          </a:p>
        </p:txBody>
      </p:sp>
      <p:sp>
        <p:nvSpPr>
          <p:cNvPr id="26" name="Rectangle 32">
            <a:extLst>
              <a:ext uri="{FF2B5EF4-FFF2-40B4-BE49-F238E27FC236}">
                <a16:creationId xmlns:a16="http://schemas.microsoft.com/office/drawing/2014/main" id="{0D18D82B-2FB5-4A37-89AE-4F3B177B660B}"/>
              </a:ext>
            </a:extLst>
          </p:cNvPr>
          <p:cNvSpPr>
            <a:spLocks noChangeArrowheads="1"/>
          </p:cNvSpPr>
          <p:nvPr/>
        </p:nvSpPr>
        <p:spPr bwMode="auto">
          <a:xfrm>
            <a:off x="4994811" y="5346895"/>
            <a:ext cx="576562"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a:t>Agent b</a:t>
            </a:r>
          </a:p>
        </p:txBody>
      </p:sp>
      <p:sp>
        <p:nvSpPr>
          <p:cNvPr id="27" name="Text Box 33">
            <a:extLst>
              <a:ext uri="{FF2B5EF4-FFF2-40B4-BE49-F238E27FC236}">
                <a16:creationId xmlns:a16="http://schemas.microsoft.com/office/drawing/2014/main" id="{120FCD9A-B4EB-4FAE-AF5B-2918A61F6CC5}"/>
              </a:ext>
            </a:extLst>
          </p:cNvPr>
          <p:cNvSpPr txBox="1">
            <a:spLocks noChangeArrowheads="1"/>
          </p:cNvSpPr>
          <p:nvPr/>
        </p:nvSpPr>
        <p:spPr bwMode="auto">
          <a:xfrm>
            <a:off x="2762811" y="3114903"/>
            <a:ext cx="950912" cy="276999"/>
          </a:xfrm>
          <a:prstGeom prst="rect">
            <a:avLst/>
          </a:prstGeom>
          <a:noFill/>
          <a:ln w="12700">
            <a:noFill/>
            <a:miter lim="800000"/>
            <a:headEnd/>
            <a:tailEnd/>
          </a:ln>
        </p:spPr>
        <p:txBody>
          <a:bodyPr lIns="36000" tIns="0" rIns="36000" bIns="0">
            <a:spAutoFit/>
          </a:bodyPr>
          <a:lstStyle/>
          <a:p>
            <a:pPr algn="l">
              <a:spcBef>
                <a:spcPct val="50000"/>
              </a:spcBef>
              <a:buClrTx/>
              <a:buSzTx/>
              <a:buFontTx/>
              <a:buNone/>
            </a:pPr>
            <a:r>
              <a:rPr lang="en-US" sz="900" dirty="0"/>
              <a:t>Protocol, Request type</a:t>
            </a:r>
          </a:p>
        </p:txBody>
      </p:sp>
      <p:cxnSp>
        <p:nvCxnSpPr>
          <p:cNvPr id="28" name="AutoShape 34">
            <a:extLst>
              <a:ext uri="{FF2B5EF4-FFF2-40B4-BE49-F238E27FC236}">
                <a16:creationId xmlns:a16="http://schemas.microsoft.com/office/drawing/2014/main" id="{6D6ABC42-6669-48D0-83F3-807F18890997}"/>
              </a:ext>
            </a:extLst>
          </p:cNvPr>
          <p:cNvCxnSpPr>
            <a:cxnSpLocks noChangeShapeType="1"/>
            <a:stCxn id="117" idx="0"/>
          </p:cNvCxnSpPr>
          <p:nvPr/>
        </p:nvCxnSpPr>
        <p:spPr bwMode="auto">
          <a:xfrm flipH="1">
            <a:off x="7515020" y="5275111"/>
            <a:ext cx="360056" cy="0"/>
          </a:xfrm>
          <a:prstGeom prst="straightConnector1">
            <a:avLst/>
          </a:prstGeom>
          <a:noFill/>
          <a:ln w="8890">
            <a:solidFill>
              <a:schemeClr val="tx1"/>
            </a:solidFill>
            <a:round/>
            <a:headEnd type="none" w="med" len="med"/>
            <a:tailEnd type="triangle"/>
          </a:ln>
        </p:spPr>
      </p:cxnSp>
      <p:cxnSp>
        <p:nvCxnSpPr>
          <p:cNvPr id="29" name="AutoShape 35">
            <a:extLst>
              <a:ext uri="{FF2B5EF4-FFF2-40B4-BE49-F238E27FC236}">
                <a16:creationId xmlns:a16="http://schemas.microsoft.com/office/drawing/2014/main" id="{D0D4355D-11D4-4A16-A1B4-055CFE3C76D9}"/>
              </a:ext>
            </a:extLst>
          </p:cNvPr>
          <p:cNvCxnSpPr>
            <a:cxnSpLocks noChangeShapeType="1"/>
            <a:stCxn id="117" idx="2"/>
          </p:cNvCxnSpPr>
          <p:nvPr/>
        </p:nvCxnSpPr>
        <p:spPr bwMode="auto">
          <a:xfrm flipH="1">
            <a:off x="7947068" y="5347119"/>
            <a:ext cx="16" cy="288032"/>
          </a:xfrm>
          <a:prstGeom prst="straightConnector1">
            <a:avLst/>
          </a:prstGeom>
          <a:noFill/>
          <a:ln w="8890">
            <a:solidFill>
              <a:schemeClr val="tx1"/>
            </a:solidFill>
            <a:round/>
            <a:headEnd/>
            <a:tailEnd/>
          </a:ln>
        </p:spPr>
      </p:cxnSp>
      <p:sp>
        <p:nvSpPr>
          <p:cNvPr id="30" name="AutoShape 41">
            <a:extLst>
              <a:ext uri="{FF2B5EF4-FFF2-40B4-BE49-F238E27FC236}">
                <a16:creationId xmlns:a16="http://schemas.microsoft.com/office/drawing/2014/main" id="{176E9869-5A6F-4C3A-9A95-59372ECEA364}"/>
              </a:ext>
            </a:extLst>
          </p:cNvPr>
          <p:cNvSpPr>
            <a:spLocks noChangeArrowheads="1"/>
          </p:cNvSpPr>
          <p:nvPr/>
        </p:nvSpPr>
        <p:spPr bwMode="auto">
          <a:xfrm>
            <a:off x="1609916" y="3259482"/>
            <a:ext cx="144463" cy="144463"/>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grpSp>
        <p:nvGrpSpPr>
          <p:cNvPr id="31" name="Group 56">
            <a:extLst>
              <a:ext uri="{FF2B5EF4-FFF2-40B4-BE49-F238E27FC236}">
                <a16:creationId xmlns:a16="http://schemas.microsoft.com/office/drawing/2014/main" id="{F89AAF4E-BD8D-4523-9A5E-7DE9033E2425}"/>
              </a:ext>
            </a:extLst>
          </p:cNvPr>
          <p:cNvGrpSpPr>
            <a:grpSpLocks/>
          </p:cNvGrpSpPr>
          <p:nvPr/>
        </p:nvGrpSpPr>
        <p:grpSpPr bwMode="auto">
          <a:xfrm>
            <a:off x="2330443" y="4194991"/>
            <a:ext cx="430212" cy="287338"/>
            <a:chOff x="998" y="3624"/>
            <a:chExt cx="271" cy="271"/>
          </a:xfrm>
        </p:grpSpPr>
        <p:sp>
          <p:nvSpPr>
            <p:cNvPr id="32" name="Freeform 57">
              <a:extLst>
                <a:ext uri="{FF2B5EF4-FFF2-40B4-BE49-F238E27FC236}">
                  <a16:creationId xmlns:a16="http://schemas.microsoft.com/office/drawing/2014/main" id="{837C5CF7-0B5F-4CD7-8B0B-6DC771623822}"/>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dirty="0"/>
            </a:p>
          </p:txBody>
        </p:sp>
        <p:sp>
          <p:nvSpPr>
            <p:cNvPr id="33" name="Freeform 58">
              <a:extLst>
                <a:ext uri="{FF2B5EF4-FFF2-40B4-BE49-F238E27FC236}">
                  <a16:creationId xmlns:a16="http://schemas.microsoft.com/office/drawing/2014/main" id="{F80CF04C-0DC0-48B7-A3E4-38E61CB28B5C}"/>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34" name="AutoShape 59">
              <a:extLst>
                <a:ext uri="{FF2B5EF4-FFF2-40B4-BE49-F238E27FC236}">
                  <a16:creationId xmlns:a16="http://schemas.microsoft.com/office/drawing/2014/main" id="{0950E6DF-B299-4C20-A878-F104C6C965B0}"/>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grpSp>
        <p:nvGrpSpPr>
          <p:cNvPr id="35" name="Group 60">
            <a:extLst>
              <a:ext uri="{FF2B5EF4-FFF2-40B4-BE49-F238E27FC236}">
                <a16:creationId xmlns:a16="http://schemas.microsoft.com/office/drawing/2014/main" id="{53DA4375-7B55-410C-BC50-FA75C6226FB2}"/>
              </a:ext>
            </a:extLst>
          </p:cNvPr>
          <p:cNvGrpSpPr>
            <a:grpSpLocks/>
          </p:cNvGrpSpPr>
          <p:nvPr/>
        </p:nvGrpSpPr>
        <p:grpSpPr bwMode="auto">
          <a:xfrm>
            <a:off x="5210763" y="4194991"/>
            <a:ext cx="430213" cy="215900"/>
            <a:chOff x="998" y="3624"/>
            <a:chExt cx="271" cy="271"/>
          </a:xfrm>
        </p:grpSpPr>
        <p:sp>
          <p:nvSpPr>
            <p:cNvPr id="36" name="Freeform 61">
              <a:extLst>
                <a:ext uri="{FF2B5EF4-FFF2-40B4-BE49-F238E27FC236}">
                  <a16:creationId xmlns:a16="http://schemas.microsoft.com/office/drawing/2014/main" id="{C29806E6-9371-4B6F-A3D6-E647DEF15D98}"/>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dirty="0"/>
            </a:p>
          </p:txBody>
        </p:sp>
        <p:sp>
          <p:nvSpPr>
            <p:cNvPr id="37" name="Freeform 62">
              <a:extLst>
                <a:ext uri="{FF2B5EF4-FFF2-40B4-BE49-F238E27FC236}">
                  <a16:creationId xmlns:a16="http://schemas.microsoft.com/office/drawing/2014/main" id="{880DB52F-DDA0-45C5-BCD8-CDCFF1A2716A}"/>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38" name="AutoShape 63">
              <a:extLst>
                <a:ext uri="{FF2B5EF4-FFF2-40B4-BE49-F238E27FC236}">
                  <a16:creationId xmlns:a16="http://schemas.microsoft.com/office/drawing/2014/main" id="{A54577F3-0486-43F7-BD6F-59DD148D5B4B}"/>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cxnSp>
        <p:nvCxnSpPr>
          <p:cNvPr id="39" name="AutoShape 65">
            <a:extLst>
              <a:ext uri="{FF2B5EF4-FFF2-40B4-BE49-F238E27FC236}">
                <a16:creationId xmlns:a16="http://schemas.microsoft.com/office/drawing/2014/main" id="{F17076D5-98CB-4984-9100-5036E93B78DE}"/>
              </a:ext>
            </a:extLst>
          </p:cNvPr>
          <p:cNvCxnSpPr>
            <a:cxnSpLocks noChangeShapeType="1"/>
            <a:endCxn id="116" idx="0"/>
          </p:cNvCxnSpPr>
          <p:nvPr/>
        </p:nvCxnSpPr>
        <p:spPr bwMode="auto">
          <a:xfrm flipV="1">
            <a:off x="8379116" y="5347119"/>
            <a:ext cx="0" cy="288032"/>
          </a:xfrm>
          <a:prstGeom prst="straightConnector1">
            <a:avLst/>
          </a:prstGeom>
          <a:noFill/>
          <a:ln w="8890">
            <a:solidFill>
              <a:schemeClr val="tx1"/>
            </a:solidFill>
            <a:round/>
            <a:headEnd/>
            <a:tailEnd/>
          </a:ln>
        </p:spPr>
      </p:cxnSp>
      <p:cxnSp>
        <p:nvCxnSpPr>
          <p:cNvPr id="40" name="AutoShape 66">
            <a:extLst>
              <a:ext uri="{FF2B5EF4-FFF2-40B4-BE49-F238E27FC236}">
                <a16:creationId xmlns:a16="http://schemas.microsoft.com/office/drawing/2014/main" id="{67FEFE4A-41F1-48D7-9D83-AD05CFF59635}"/>
              </a:ext>
            </a:extLst>
          </p:cNvPr>
          <p:cNvCxnSpPr>
            <a:cxnSpLocks noChangeShapeType="1"/>
            <a:stCxn id="116" idx="2"/>
          </p:cNvCxnSpPr>
          <p:nvPr/>
        </p:nvCxnSpPr>
        <p:spPr bwMode="auto">
          <a:xfrm>
            <a:off x="8451124" y="5275111"/>
            <a:ext cx="360040" cy="0"/>
          </a:xfrm>
          <a:prstGeom prst="straightConnector1">
            <a:avLst/>
          </a:prstGeom>
          <a:noFill/>
          <a:ln w="8890">
            <a:solidFill>
              <a:schemeClr val="tx1"/>
            </a:solidFill>
            <a:round/>
            <a:headEnd type="none" w="med" len="med"/>
            <a:tailEnd type="triangle"/>
          </a:ln>
        </p:spPr>
      </p:cxnSp>
      <p:sp>
        <p:nvSpPr>
          <p:cNvPr id="41" name="AutoShape 67">
            <a:extLst>
              <a:ext uri="{FF2B5EF4-FFF2-40B4-BE49-F238E27FC236}">
                <a16:creationId xmlns:a16="http://schemas.microsoft.com/office/drawing/2014/main" id="{DCDA7F92-3242-407F-8FB7-43BB49084A82}"/>
              </a:ext>
            </a:extLst>
          </p:cNvPr>
          <p:cNvSpPr>
            <a:spLocks noChangeArrowheads="1"/>
          </p:cNvSpPr>
          <p:nvPr/>
        </p:nvSpPr>
        <p:spPr bwMode="auto">
          <a:xfrm>
            <a:off x="6866501" y="1530663"/>
            <a:ext cx="144462" cy="144463"/>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42" name="AutoShape 68">
            <a:extLst>
              <a:ext uri="{FF2B5EF4-FFF2-40B4-BE49-F238E27FC236}">
                <a16:creationId xmlns:a16="http://schemas.microsoft.com/office/drawing/2014/main" id="{15E60D65-AEEC-44F2-822B-6988A18FA5D1}"/>
              </a:ext>
            </a:extLst>
          </p:cNvPr>
          <p:cNvCxnSpPr>
            <a:cxnSpLocks noChangeShapeType="1"/>
            <a:endCxn id="41" idx="4"/>
          </p:cNvCxnSpPr>
          <p:nvPr/>
        </p:nvCxnSpPr>
        <p:spPr bwMode="auto">
          <a:xfrm flipV="1">
            <a:off x="6937938" y="1683063"/>
            <a:ext cx="1588" cy="207963"/>
          </a:xfrm>
          <a:prstGeom prst="straightConnector1">
            <a:avLst/>
          </a:prstGeom>
          <a:noFill/>
          <a:ln w="8890">
            <a:solidFill>
              <a:schemeClr val="tx1"/>
            </a:solidFill>
            <a:round/>
            <a:headEnd/>
            <a:tailEnd type="triangle" w="med" len="med"/>
          </a:ln>
        </p:spPr>
      </p:cxnSp>
      <p:cxnSp>
        <p:nvCxnSpPr>
          <p:cNvPr id="43" name="AutoShape 69">
            <a:extLst>
              <a:ext uri="{FF2B5EF4-FFF2-40B4-BE49-F238E27FC236}">
                <a16:creationId xmlns:a16="http://schemas.microsoft.com/office/drawing/2014/main" id="{EFBC10EB-1B16-4BF9-AD67-D99AFCAEE9D3}"/>
              </a:ext>
            </a:extLst>
          </p:cNvPr>
          <p:cNvCxnSpPr>
            <a:cxnSpLocks noChangeShapeType="1"/>
            <a:stCxn id="41" idx="0"/>
          </p:cNvCxnSpPr>
          <p:nvPr/>
        </p:nvCxnSpPr>
        <p:spPr bwMode="auto">
          <a:xfrm flipH="1" flipV="1">
            <a:off x="6937938" y="1314763"/>
            <a:ext cx="1588" cy="207963"/>
          </a:xfrm>
          <a:prstGeom prst="straightConnector1">
            <a:avLst/>
          </a:prstGeom>
          <a:noFill/>
          <a:ln w="8890">
            <a:solidFill>
              <a:schemeClr val="tx1"/>
            </a:solidFill>
            <a:round/>
            <a:headEnd/>
            <a:tailEnd type="triangle" w="med" len="med"/>
          </a:ln>
        </p:spPr>
      </p:cxnSp>
      <p:sp>
        <p:nvSpPr>
          <p:cNvPr id="44" name="AutoShape 70">
            <a:extLst>
              <a:ext uri="{FF2B5EF4-FFF2-40B4-BE49-F238E27FC236}">
                <a16:creationId xmlns:a16="http://schemas.microsoft.com/office/drawing/2014/main" id="{11CE195F-B0FC-4A92-8448-666C2498E7B2}"/>
              </a:ext>
            </a:extLst>
          </p:cNvPr>
          <p:cNvSpPr>
            <a:spLocks noChangeArrowheads="1"/>
          </p:cNvSpPr>
          <p:nvPr/>
        </p:nvSpPr>
        <p:spPr bwMode="auto">
          <a:xfrm rot="5400000">
            <a:off x="8378792" y="1242664"/>
            <a:ext cx="144463" cy="144462"/>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45" name="AutoShape 71">
            <a:extLst>
              <a:ext uri="{FF2B5EF4-FFF2-40B4-BE49-F238E27FC236}">
                <a16:creationId xmlns:a16="http://schemas.microsoft.com/office/drawing/2014/main" id="{81DEBDB9-1509-480B-9168-5062366F8D5D}"/>
              </a:ext>
            </a:extLst>
          </p:cNvPr>
          <p:cNvCxnSpPr>
            <a:cxnSpLocks noChangeShapeType="1"/>
            <a:endCxn id="44" idx="4"/>
          </p:cNvCxnSpPr>
          <p:nvPr/>
        </p:nvCxnSpPr>
        <p:spPr bwMode="auto">
          <a:xfrm>
            <a:off x="8162893" y="1315688"/>
            <a:ext cx="211137" cy="0"/>
          </a:xfrm>
          <a:prstGeom prst="straightConnector1">
            <a:avLst/>
          </a:prstGeom>
          <a:noFill/>
          <a:ln w="8890">
            <a:solidFill>
              <a:schemeClr val="tx1"/>
            </a:solidFill>
            <a:round/>
            <a:headEnd/>
            <a:tailEnd type="triangle" w="med" len="med"/>
          </a:ln>
        </p:spPr>
      </p:cxnSp>
      <p:cxnSp>
        <p:nvCxnSpPr>
          <p:cNvPr id="46" name="AutoShape 72">
            <a:extLst>
              <a:ext uri="{FF2B5EF4-FFF2-40B4-BE49-F238E27FC236}">
                <a16:creationId xmlns:a16="http://schemas.microsoft.com/office/drawing/2014/main" id="{238CCF7D-46A7-4891-B506-E39D3687BA97}"/>
              </a:ext>
            </a:extLst>
          </p:cNvPr>
          <p:cNvCxnSpPr>
            <a:cxnSpLocks noChangeShapeType="1"/>
            <a:stCxn id="44" idx="0"/>
          </p:cNvCxnSpPr>
          <p:nvPr/>
        </p:nvCxnSpPr>
        <p:spPr bwMode="auto">
          <a:xfrm>
            <a:off x="8534368" y="1315688"/>
            <a:ext cx="204787" cy="0"/>
          </a:xfrm>
          <a:prstGeom prst="straightConnector1">
            <a:avLst/>
          </a:prstGeom>
          <a:noFill/>
          <a:ln w="8890">
            <a:solidFill>
              <a:schemeClr val="tx1"/>
            </a:solidFill>
            <a:round/>
            <a:headEnd/>
            <a:tailEnd type="triangle" w="med" len="med"/>
          </a:ln>
        </p:spPr>
      </p:cxnSp>
      <p:sp>
        <p:nvSpPr>
          <p:cNvPr id="47" name="AutoShape 73">
            <a:extLst>
              <a:ext uri="{FF2B5EF4-FFF2-40B4-BE49-F238E27FC236}">
                <a16:creationId xmlns:a16="http://schemas.microsoft.com/office/drawing/2014/main" id="{0947B55B-2D12-45D3-A4E8-24BB6D3AD19D}"/>
              </a:ext>
            </a:extLst>
          </p:cNvPr>
          <p:cNvSpPr>
            <a:spLocks noChangeArrowheads="1"/>
          </p:cNvSpPr>
          <p:nvPr/>
        </p:nvSpPr>
        <p:spPr bwMode="auto">
          <a:xfrm rot="5400000">
            <a:off x="8378793" y="1530663"/>
            <a:ext cx="144462" cy="144462"/>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48" name="AutoShape 74">
            <a:extLst>
              <a:ext uri="{FF2B5EF4-FFF2-40B4-BE49-F238E27FC236}">
                <a16:creationId xmlns:a16="http://schemas.microsoft.com/office/drawing/2014/main" id="{E3A0C7DE-B531-458F-AF0C-5FFF00C85C4E}"/>
              </a:ext>
            </a:extLst>
          </p:cNvPr>
          <p:cNvCxnSpPr>
            <a:cxnSpLocks noChangeShapeType="1"/>
            <a:stCxn id="47" idx="4"/>
          </p:cNvCxnSpPr>
          <p:nvPr/>
        </p:nvCxnSpPr>
        <p:spPr bwMode="auto">
          <a:xfrm flipH="1" flipV="1">
            <a:off x="8163091" y="1602703"/>
            <a:ext cx="215702" cy="191"/>
          </a:xfrm>
          <a:prstGeom prst="straightConnector1">
            <a:avLst/>
          </a:prstGeom>
          <a:noFill/>
          <a:ln w="8890">
            <a:solidFill>
              <a:schemeClr val="tx1"/>
            </a:solidFill>
            <a:round/>
            <a:headEnd type="none" w="med" len="med"/>
            <a:tailEnd type="triangle"/>
          </a:ln>
        </p:spPr>
      </p:cxnSp>
      <p:cxnSp>
        <p:nvCxnSpPr>
          <p:cNvPr id="49" name="AutoShape 75">
            <a:extLst>
              <a:ext uri="{FF2B5EF4-FFF2-40B4-BE49-F238E27FC236}">
                <a16:creationId xmlns:a16="http://schemas.microsoft.com/office/drawing/2014/main" id="{64E70ECB-2A4B-4195-A8D0-F6D1340C32DB}"/>
              </a:ext>
            </a:extLst>
          </p:cNvPr>
          <p:cNvCxnSpPr>
            <a:cxnSpLocks noChangeShapeType="1"/>
            <a:endCxn id="47" idx="0"/>
          </p:cNvCxnSpPr>
          <p:nvPr/>
        </p:nvCxnSpPr>
        <p:spPr bwMode="auto">
          <a:xfrm flipH="1">
            <a:off x="8523255" y="1602703"/>
            <a:ext cx="215900" cy="191"/>
          </a:xfrm>
          <a:prstGeom prst="straightConnector1">
            <a:avLst/>
          </a:prstGeom>
          <a:noFill/>
          <a:ln w="8890">
            <a:solidFill>
              <a:schemeClr val="tx1"/>
            </a:solidFill>
            <a:round/>
            <a:headEnd type="none" w="med" len="med"/>
            <a:tailEnd type="triangle"/>
          </a:ln>
        </p:spPr>
      </p:cxnSp>
      <p:sp>
        <p:nvSpPr>
          <p:cNvPr id="50" name="AutoShape 76">
            <a:extLst>
              <a:ext uri="{FF2B5EF4-FFF2-40B4-BE49-F238E27FC236}">
                <a16:creationId xmlns:a16="http://schemas.microsoft.com/office/drawing/2014/main" id="{DFEFA0E5-0D11-4C8F-A86B-664AB23B8247}"/>
              </a:ext>
            </a:extLst>
          </p:cNvPr>
          <p:cNvSpPr>
            <a:spLocks noChangeArrowheads="1"/>
          </p:cNvSpPr>
          <p:nvPr/>
        </p:nvSpPr>
        <p:spPr bwMode="auto">
          <a:xfrm rot="5400000">
            <a:off x="8378792" y="1818664"/>
            <a:ext cx="144463" cy="144462"/>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51" name="AutoShape 77">
            <a:extLst>
              <a:ext uri="{FF2B5EF4-FFF2-40B4-BE49-F238E27FC236}">
                <a16:creationId xmlns:a16="http://schemas.microsoft.com/office/drawing/2014/main" id="{F507DFD0-1DFF-406E-B602-8A158FF5A54F}"/>
              </a:ext>
            </a:extLst>
          </p:cNvPr>
          <p:cNvCxnSpPr>
            <a:cxnSpLocks noChangeShapeType="1"/>
          </p:cNvCxnSpPr>
          <p:nvPr/>
        </p:nvCxnSpPr>
        <p:spPr bwMode="auto">
          <a:xfrm>
            <a:off x="8162893" y="1891688"/>
            <a:ext cx="211137" cy="0"/>
          </a:xfrm>
          <a:prstGeom prst="straightConnector1">
            <a:avLst/>
          </a:prstGeom>
          <a:noFill/>
          <a:ln w="8890">
            <a:solidFill>
              <a:schemeClr val="tx1"/>
            </a:solidFill>
            <a:round/>
            <a:headEnd/>
            <a:tailEnd/>
          </a:ln>
        </p:spPr>
      </p:cxnSp>
      <p:cxnSp>
        <p:nvCxnSpPr>
          <p:cNvPr id="52" name="AutoShape 78">
            <a:extLst>
              <a:ext uri="{FF2B5EF4-FFF2-40B4-BE49-F238E27FC236}">
                <a16:creationId xmlns:a16="http://schemas.microsoft.com/office/drawing/2014/main" id="{82735A64-7182-4B95-832A-44282ED55F25}"/>
              </a:ext>
            </a:extLst>
          </p:cNvPr>
          <p:cNvCxnSpPr>
            <a:cxnSpLocks noChangeShapeType="1"/>
            <a:stCxn id="50" idx="0"/>
          </p:cNvCxnSpPr>
          <p:nvPr/>
        </p:nvCxnSpPr>
        <p:spPr bwMode="auto">
          <a:xfrm>
            <a:off x="8534368" y="1891688"/>
            <a:ext cx="204787" cy="0"/>
          </a:xfrm>
          <a:prstGeom prst="straightConnector1">
            <a:avLst/>
          </a:prstGeom>
          <a:noFill/>
          <a:ln w="8890">
            <a:solidFill>
              <a:schemeClr val="tx1"/>
            </a:solidFill>
            <a:round/>
            <a:headEnd/>
            <a:tailEnd/>
          </a:ln>
        </p:spPr>
      </p:cxnSp>
      <p:sp>
        <p:nvSpPr>
          <p:cNvPr id="53" name="AutoShape 79">
            <a:extLst>
              <a:ext uri="{FF2B5EF4-FFF2-40B4-BE49-F238E27FC236}">
                <a16:creationId xmlns:a16="http://schemas.microsoft.com/office/drawing/2014/main" id="{E5559244-4825-4DA5-8797-30795D97D555}"/>
              </a:ext>
            </a:extLst>
          </p:cNvPr>
          <p:cNvSpPr>
            <a:spLocks noChangeArrowheads="1"/>
          </p:cNvSpPr>
          <p:nvPr/>
        </p:nvSpPr>
        <p:spPr bwMode="auto">
          <a:xfrm rot="5400000">
            <a:off x="9314896" y="2538360"/>
            <a:ext cx="144463" cy="144462"/>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54" name="AutoShape 80">
            <a:extLst>
              <a:ext uri="{FF2B5EF4-FFF2-40B4-BE49-F238E27FC236}">
                <a16:creationId xmlns:a16="http://schemas.microsoft.com/office/drawing/2014/main" id="{A8881004-56D4-4E2C-AB4C-2C81BF75700B}"/>
              </a:ext>
            </a:extLst>
          </p:cNvPr>
          <p:cNvCxnSpPr>
            <a:cxnSpLocks noChangeShapeType="1"/>
            <a:endCxn id="53" idx="4"/>
          </p:cNvCxnSpPr>
          <p:nvPr/>
        </p:nvCxnSpPr>
        <p:spPr bwMode="auto">
          <a:xfrm>
            <a:off x="9098997" y="2611384"/>
            <a:ext cx="211137" cy="0"/>
          </a:xfrm>
          <a:prstGeom prst="straightConnector1">
            <a:avLst/>
          </a:prstGeom>
          <a:noFill/>
          <a:ln w="8890">
            <a:solidFill>
              <a:schemeClr val="tx1"/>
            </a:solidFill>
            <a:round/>
            <a:headEnd/>
            <a:tailEnd/>
          </a:ln>
        </p:spPr>
      </p:cxnSp>
      <p:cxnSp>
        <p:nvCxnSpPr>
          <p:cNvPr id="55" name="AutoShape 81">
            <a:extLst>
              <a:ext uri="{FF2B5EF4-FFF2-40B4-BE49-F238E27FC236}">
                <a16:creationId xmlns:a16="http://schemas.microsoft.com/office/drawing/2014/main" id="{B121FD05-32F5-4226-8971-3558F484DC04}"/>
              </a:ext>
            </a:extLst>
          </p:cNvPr>
          <p:cNvCxnSpPr>
            <a:cxnSpLocks noChangeShapeType="1"/>
            <a:stCxn id="53" idx="0"/>
          </p:cNvCxnSpPr>
          <p:nvPr/>
        </p:nvCxnSpPr>
        <p:spPr bwMode="auto">
          <a:xfrm>
            <a:off x="9470472" y="2611384"/>
            <a:ext cx="204787" cy="0"/>
          </a:xfrm>
          <a:prstGeom prst="straightConnector1">
            <a:avLst/>
          </a:prstGeom>
          <a:noFill/>
          <a:ln w="8890">
            <a:solidFill>
              <a:schemeClr val="tx1"/>
            </a:solidFill>
            <a:round/>
            <a:headEnd/>
            <a:tailEnd/>
          </a:ln>
        </p:spPr>
      </p:cxnSp>
      <p:sp>
        <p:nvSpPr>
          <p:cNvPr id="56" name="AutoShape 82">
            <a:extLst>
              <a:ext uri="{FF2B5EF4-FFF2-40B4-BE49-F238E27FC236}">
                <a16:creationId xmlns:a16="http://schemas.microsoft.com/office/drawing/2014/main" id="{4B4E1AA1-57A5-4A29-A23E-90E3AA988336}"/>
              </a:ext>
            </a:extLst>
          </p:cNvPr>
          <p:cNvSpPr>
            <a:spLocks noChangeArrowheads="1"/>
          </p:cNvSpPr>
          <p:nvPr/>
        </p:nvSpPr>
        <p:spPr bwMode="auto">
          <a:xfrm rot="5400000">
            <a:off x="8378793" y="2538361"/>
            <a:ext cx="144462" cy="144462"/>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57" name="AutoShape 83">
            <a:extLst>
              <a:ext uri="{FF2B5EF4-FFF2-40B4-BE49-F238E27FC236}">
                <a16:creationId xmlns:a16="http://schemas.microsoft.com/office/drawing/2014/main" id="{566E864A-768B-42CF-A42D-CDBD7B0F7871}"/>
              </a:ext>
            </a:extLst>
          </p:cNvPr>
          <p:cNvCxnSpPr>
            <a:cxnSpLocks noChangeShapeType="1"/>
            <a:endCxn id="56" idx="4"/>
          </p:cNvCxnSpPr>
          <p:nvPr/>
        </p:nvCxnSpPr>
        <p:spPr bwMode="auto">
          <a:xfrm>
            <a:off x="8162893" y="2611386"/>
            <a:ext cx="211137" cy="0"/>
          </a:xfrm>
          <a:prstGeom prst="straightConnector1">
            <a:avLst/>
          </a:prstGeom>
          <a:noFill/>
          <a:ln w="8890">
            <a:solidFill>
              <a:schemeClr val="tx1"/>
            </a:solidFill>
            <a:round/>
            <a:headEnd/>
            <a:tailEnd/>
          </a:ln>
        </p:spPr>
      </p:cxnSp>
      <p:cxnSp>
        <p:nvCxnSpPr>
          <p:cNvPr id="58" name="AutoShape 84">
            <a:extLst>
              <a:ext uri="{FF2B5EF4-FFF2-40B4-BE49-F238E27FC236}">
                <a16:creationId xmlns:a16="http://schemas.microsoft.com/office/drawing/2014/main" id="{E91AA65B-2CDA-4AFA-9CFA-47B2267CC14F}"/>
              </a:ext>
            </a:extLst>
          </p:cNvPr>
          <p:cNvCxnSpPr>
            <a:cxnSpLocks noChangeShapeType="1"/>
            <a:stCxn id="56" idx="0"/>
          </p:cNvCxnSpPr>
          <p:nvPr/>
        </p:nvCxnSpPr>
        <p:spPr bwMode="auto">
          <a:xfrm>
            <a:off x="8534368" y="2611386"/>
            <a:ext cx="204787" cy="0"/>
          </a:xfrm>
          <a:prstGeom prst="straightConnector1">
            <a:avLst/>
          </a:prstGeom>
          <a:noFill/>
          <a:ln w="8890">
            <a:solidFill>
              <a:schemeClr val="tx1"/>
            </a:solidFill>
            <a:round/>
            <a:headEnd/>
            <a:tailEnd/>
          </a:ln>
        </p:spPr>
      </p:cxnSp>
      <p:grpSp>
        <p:nvGrpSpPr>
          <p:cNvPr id="59" name="Group 85">
            <a:extLst>
              <a:ext uri="{FF2B5EF4-FFF2-40B4-BE49-F238E27FC236}">
                <a16:creationId xmlns:a16="http://schemas.microsoft.com/office/drawing/2014/main" id="{5F9234D3-E2D2-479F-BE03-EB545973ABE3}"/>
              </a:ext>
            </a:extLst>
          </p:cNvPr>
          <p:cNvGrpSpPr>
            <a:grpSpLocks/>
          </p:cNvGrpSpPr>
          <p:nvPr/>
        </p:nvGrpSpPr>
        <p:grpSpPr bwMode="auto">
          <a:xfrm>
            <a:off x="9314897" y="2395484"/>
            <a:ext cx="153987" cy="122238"/>
            <a:chOff x="1526" y="1540"/>
            <a:chExt cx="97" cy="77"/>
          </a:xfrm>
        </p:grpSpPr>
        <p:sp>
          <p:nvSpPr>
            <p:cNvPr id="60" name="Text Box 86">
              <a:extLst>
                <a:ext uri="{FF2B5EF4-FFF2-40B4-BE49-F238E27FC236}">
                  <a16:creationId xmlns:a16="http://schemas.microsoft.com/office/drawing/2014/main" id="{C74C98CD-5AB2-4862-B3CD-DD4F58A1FEA0}"/>
                </a:ext>
              </a:extLst>
            </p:cNvPr>
            <p:cNvSpPr txBox="1">
              <a:spLocks noChangeArrowheads="1"/>
            </p:cNvSpPr>
            <p:nvPr/>
          </p:nvSpPr>
          <p:spPr bwMode="auto">
            <a:xfrm>
              <a:off x="1526" y="1540"/>
              <a:ext cx="54" cy="77"/>
            </a:xfrm>
            <a:prstGeom prst="rect">
              <a:avLst/>
            </a:prstGeom>
            <a:noFill/>
            <a:ln w="12700">
              <a:noFill/>
              <a:miter lim="800000"/>
              <a:headEnd/>
              <a:tailEnd/>
            </a:ln>
          </p:spPr>
          <p:txBody>
            <a:bodyPr lIns="0" tIns="0" rIns="0" bIns="0">
              <a:spAutoFit/>
            </a:bodyPr>
            <a:lstStyle/>
            <a:p>
              <a:pPr algn="l">
                <a:buClrTx/>
                <a:buSzTx/>
                <a:buFontTx/>
                <a:buNone/>
              </a:pPr>
              <a:r>
                <a:rPr lang="en-US" sz="800" b="1" dirty="0"/>
                <a:t>R</a:t>
              </a:r>
            </a:p>
          </p:txBody>
        </p:sp>
        <p:sp>
          <p:nvSpPr>
            <p:cNvPr id="61" name="Line 87">
              <a:extLst>
                <a:ext uri="{FF2B5EF4-FFF2-40B4-BE49-F238E27FC236}">
                  <a16:creationId xmlns:a16="http://schemas.microsoft.com/office/drawing/2014/main" id="{CCC3CFF3-FE81-41AD-9532-8C5405A443C1}"/>
                </a:ext>
              </a:extLst>
            </p:cNvPr>
            <p:cNvSpPr>
              <a:spLocks noChangeShapeType="1"/>
            </p:cNvSpPr>
            <p:nvPr/>
          </p:nvSpPr>
          <p:spPr bwMode="auto">
            <a:xfrm rot="16200000" flipH="1">
              <a:off x="1605" y="1562"/>
              <a:ext cx="0" cy="37"/>
            </a:xfrm>
            <a:prstGeom prst="line">
              <a:avLst/>
            </a:prstGeom>
            <a:noFill/>
            <a:ln w="8890">
              <a:solidFill>
                <a:schemeClr val="tx1"/>
              </a:solidFill>
              <a:round/>
              <a:headEnd/>
              <a:tailEnd type="stealth" w="med" len="med"/>
            </a:ln>
          </p:spPr>
          <p:txBody>
            <a:bodyPr lIns="90000" tIns="46800" rIns="90000" bIns="46800" anchor="ctr"/>
            <a:lstStyle/>
            <a:p>
              <a:endParaRPr lang="en-US"/>
            </a:p>
          </p:txBody>
        </p:sp>
      </p:grpSp>
      <p:grpSp>
        <p:nvGrpSpPr>
          <p:cNvPr id="62" name="Group 88">
            <a:extLst>
              <a:ext uri="{FF2B5EF4-FFF2-40B4-BE49-F238E27FC236}">
                <a16:creationId xmlns:a16="http://schemas.microsoft.com/office/drawing/2014/main" id="{95CAF8B9-A6A4-4C60-A6AD-71D3A26F85DA}"/>
              </a:ext>
            </a:extLst>
          </p:cNvPr>
          <p:cNvGrpSpPr>
            <a:grpSpLocks/>
          </p:cNvGrpSpPr>
          <p:nvPr/>
        </p:nvGrpSpPr>
        <p:grpSpPr bwMode="auto">
          <a:xfrm>
            <a:off x="8378793" y="2416569"/>
            <a:ext cx="168275" cy="122238"/>
            <a:chOff x="1825" y="1369"/>
            <a:chExt cx="106" cy="77"/>
          </a:xfrm>
        </p:grpSpPr>
        <p:sp>
          <p:nvSpPr>
            <p:cNvPr id="63" name="Line 89">
              <a:extLst>
                <a:ext uri="{FF2B5EF4-FFF2-40B4-BE49-F238E27FC236}">
                  <a16:creationId xmlns:a16="http://schemas.microsoft.com/office/drawing/2014/main" id="{8C28F892-31A2-4B34-8AA1-85E992815AAF}"/>
                </a:ext>
              </a:extLst>
            </p:cNvPr>
            <p:cNvSpPr>
              <a:spLocks noChangeShapeType="1"/>
            </p:cNvSpPr>
            <p:nvPr/>
          </p:nvSpPr>
          <p:spPr bwMode="auto">
            <a:xfrm rot="5400000" flipH="1">
              <a:off x="1844" y="1389"/>
              <a:ext cx="0" cy="37"/>
            </a:xfrm>
            <a:prstGeom prst="line">
              <a:avLst/>
            </a:prstGeom>
            <a:noFill/>
            <a:ln w="8890">
              <a:solidFill>
                <a:schemeClr val="tx1"/>
              </a:solidFill>
              <a:round/>
              <a:headEnd/>
              <a:tailEnd type="stealth" w="med" len="med"/>
            </a:ln>
          </p:spPr>
          <p:txBody>
            <a:bodyPr lIns="90000" tIns="46800" rIns="90000" bIns="46800" anchor="ctr"/>
            <a:lstStyle/>
            <a:p>
              <a:endParaRPr lang="en-US"/>
            </a:p>
          </p:txBody>
        </p:sp>
        <p:sp>
          <p:nvSpPr>
            <p:cNvPr id="64" name="Text Box 90">
              <a:extLst>
                <a:ext uri="{FF2B5EF4-FFF2-40B4-BE49-F238E27FC236}">
                  <a16:creationId xmlns:a16="http://schemas.microsoft.com/office/drawing/2014/main" id="{C1DBE450-C606-4115-97FD-C851D5FCC94A}"/>
                </a:ext>
              </a:extLst>
            </p:cNvPr>
            <p:cNvSpPr txBox="1">
              <a:spLocks noChangeArrowheads="1"/>
            </p:cNvSpPr>
            <p:nvPr/>
          </p:nvSpPr>
          <p:spPr bwMode="auto">
            <a:xfrm>
              <a:off x="1877" y="1369"/>
              <a:ext cx="54" cy="77"/>
            </a:xfrm>
            <a:prstGeom prst="rect">
              <a:avLst/>
            </a:prstGeom>
            <a:noFill/>
            <a:ln w="12700">
              <a:noFill/>
              <a:miter lim="800000"/>
              <a:headEnd/>
              <a:tailEnd/>
            </a:ln>
          </p:spPr>
          <p:txBody>
            <a:bodyPr lIns="0" tIns="0" rIns="0" bIns="0">
              <a:spAutoFit/>
            </a:bodyPr>
            <a:lstStyle/>
            <a:p>
              <a:pPr algn="l">
                <a:buClrTx/>
                <a:buSzTx/>
                <a:buFontTx/>
                <a:buNone/>
              </a:pPr>
              <a:r>
                <a:rPr lang="en-US" sz="800" b="1" dirty="0"/>
                <a:t>R</a:t>
              </a:r>
            </a:p>
          </p:txBody>
        </p:sp>
      </p:grpSp>
      <p:sp>
        <p:nvSpPr>
          <p:cNvPr id="65" name="AutoShape 91">
            <a:extLst>
              <a:ext uri="{FF2B5EF4-FFF2-40B4-BE49-F238E27FC236}">
                <a16:creationId xmlns:a16="http://schemas.microsoft.com/office/drawing/2014/main" id="{064B2D21-8441-4BC0-82A6-3DCDF6D5F6D3}"/>
              </a:ext>
            </a:extLst>
          </p:cNvPr>
          <p:cNvSpPr>
            <a:spLocks noChangeArrowheads="1"/>
          </p:cNvSpPr>
          <p:nvPr/>
        </p:nvSpPr>
        <p:spPr bwMode="auto">
          <a:xfrm>
            <a:off x="7226827" y="1530663"/>
            <a:ext cx="144463" cy="144463"/>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66" name="AutoShape 92">
            <a:extLst>
              <a:ext uri="{FF2B5EF4-FFF2-40B4-BE49-F238E27FC236}">
                <a16:creationId xmlns:a16="http://schemas.microsoft.com/office/drawing/2014/main" id="{A8FF6671-90A3-4854-BC67-1ECE921D9502}"/>
              </a:ext>
            </a:extLst>
          </p:cNvPr>
          <p:cNvCxnSpPr>
            <a:cxnSpLocks noChangeShapeType="1"/>
            <a:stCxn id="65" idx="4"/>
          </p:cNvCxnSpPr>
          <p:nvPr/>
        </p:nvCxnSpPr>
        <p:spPr bwMode="auto">
          <a:xfrm flipH="1">
            <a:off x="7298995" y="1675126"/>
            <a:ext cx="64" cy="215609"/>
          </a:xfrm>
          <a:prstGeom prst="straightConnector1">
            <a:avLst/>
          </a:prstGeom>
          <a:noFill/>
          <a:ln w="8890">
            <a:solidFill>
              <a:schemeClr val="tx1"/>
            </a:solidFill>
            <a:round/>
            <a:headEnd type="none" w="med" len="med"/>
            <a:tailEnd type="triangle"/>
          </a:ln>
        </p:spPr>
      </p:cxnSp>
      <p:cxnSp>
        <p:nvCxnSpPr>
          <p:cNvPr id="67" name="AutoShape 93">
            <a:extLst>
              <a:ext uri="{FF2B5EF4-FFF2-40B4-BE49-F238E27FC236}">
                <a16:creationId xmlns:a16="http://schemas.microsoft.com/office/drawing/2014/main" id="{DB537E6F-3803-4CC7-AEE7-8C8D5CDB0A84}"/>
              </a:ext>
            </a:extLst>
          </p:cNvPr>
          <p:cNvCxnSpPr>
            <a:cxnSpLocks noChangeShapeType="1"/>
            <a:endCxn id="65" idx="0"/>
          </p:cNvCxnSpPr>
          <p:nvPr/>
        </p:nvCxnSpPr>
        <p:spPr bwMode="auto">
          <a:xfrm>
            <a:off x="7298995" y="1314671"/>
            <a:ext cx="64" cy="215992"/>
          </a:xfrm>
          <a:prstGeom prst="straightConnector1">
            <a:avLst/>
          </a:prstGeom>
          <a:noFill/>
          <a:ln w="8890">
            <a:solidFill>
              <a:schemeClr val="tx1"/>
            </a:solidFill>
            <a:round/>
            <a:headEnd type="none" w="med" len="med"/>
            <a:tailEnd type="triangle"/>
          </a:ln>
        </p:spPr>
      </p:cxnSp>
      <p:sp>
        <p:nvSpPr>
          <p:cNvPr id="68" name="AutoShape 94">
            <a:extLst>
              <a:ext uri="{FF2B5EF4-FFF2-40B4-BE49-F238E27FC236}">
                <a16:creationId xmlns:a16="http://schemas.microsoft.com/office/drawing/2014/main" id="{C0A43A4C-810C-4F45-AF98-21339571100E}"/>
              </a:ext>
            </a:extLst>
          </p:cNvPr>
          <p:cNvSpPr>
            <a:spLocks noChangeArrowheads="1"/>
          </p:cNvSpPr>
          <p:nvPr/>
        </p:nvSpPr>
        <p:spPr bwMode="auto">
          <a:xfrm>
            <a:off x="7586581" y="1530663"/>
            <a:ext cx="144462" cy="144463"/>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69" name="AutoShape 95">
            <a:extLst>
              <a:ext uri="{FF2B5EF4-FFF2-40B4-BE49-F238E27FC236}">
                <a16:creationId xmlns:a16="http://schemas.microsoft.com/office/drawing/2014/main" id="{37D900BF-BA06-4A1D-AA6D-03347905CA99}"/>
              </a:ext>
            </a:extLst>
          </p:cNvPr>
          <p:cNvCxnSpPr>
            <a:cxnSpLocks noChangeShapeType="1"/>
            <a:endCxn id="68" idx="4"/>
          </p:cNvCxnSpPr>
          <p:nvPr/>
        </p:nvCxnSpPr>
        <p:spPr bwMode="auto">
          <a:xfrm flipV="1">
            <a:off x="7658018" y="1683063"/>
            <a:ext cx="1588" cy="207963"/>
          </a:xfrm>
          <a:prstGeom prst="straightConnector1">
            <a:avLst/>
          </a:prstGeom>
          <a:noFill/>
          <a:ln w="8890">
            <a:solidFill>
              <a:schemeClr val="tx1"/>
            </a:solidFill>
            <a:round/>
            <a:headEnd/>
            <a:tailEnd/>
          </a:ln>
        </p:spPr>
      </p:cxnSp>
      <p:cxnSp>
        <p:nvCxnSpPr>
          <p:cNvPr id="70" name="AutoShape 96">
            <a:extLst>
              <a:ext uri="{FF2B5EF4-FFF2-40B4-BE49-F238E27FC236}">
                <a16:creationId xmlns:a16="http://schemas.microsoft.com/office/drawing/2014/main" id="{91B7FEE6-3472-4E35-BF56-49D36D58FF55}"/>
              </a:ext>
            </a:extLst>
          </p:cNvPr>
          <p:cNvCxnSpPr>
            <a:cxnSpLocks noChangeShapeType="1"/>
            <a:stCxn id="68" idx="0"/>
          </p:cNvCxnSpPr>
          <p:nvPr/>
        </p:nvCxnSpPr>
        <p:spPr bwMode="auto">
          <a:xfrm flipH="1" flipV="1">
            <a:off x="7658018" y="1314763"/>
            <a:ext cx="1588" cy="207963"/>
          </a:xfrm>
          <a:prstGeom prst="straightConnector1">
            <a:avLst/>
          </a:prstGeom>
          <a:noFill/>
          <a:ln w="8890">
            <a:solidFill>
              <a:schemeClr val="tx1"/>
            </a:solidFill>
            <a:round/>
            <a:headEnd/>
            <a:tailEnd/>
          </a:ln>
        </p:spPr>
      </p:cxnSp>
      <p:sp>
        <p:nvSpPr>
          <p:cNvPr id="71" name="AutoShape 97">
            <a:extLst>
              <a:ext uri="{FF2B5EF4-FFF2-40B4-BE49-F238E27FC236}">
                <a16:creationId xmlns:a16="http://schemas.microsoft.com/office/drawing/2014/main" id="{3ECCC11A-054D-4980-A7C7-CB3C51F22517}"/>
              </a:ext>
            </a:extLst>
          </p:cNvPr>
          <p:cNvSpPr>
            <a:spLocks noChangeArrowheads="1"/>
          </p:cNvSpPr>
          <p:nvPr/>
        </p:nvSpPr>
        <p:spPr bwMode="auto">
          <a:xfrm>
            <a:off x="6866749" y="2538683"/>
            <a:ext cx="144462" cy="144463"/>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72" name="AutoShape 98">
            <a:extLst>
              <a:ext uri="{FF2B5EF4-FFF2-40B4-BE49-F238E27FC236}">
                <a16:creationId xmlns:a16="http://schemas.microsoft.com/office/drawing/2014/main" id="{0CBF3CBE-7B1F-4134-AE44-5B03D7B4986D}"/>
              </a:ext>
            </a:extLst>
          </p:cNvPr>
          <p:cNvCxnSpPr>
            <a:cxnSpLocks noChangeShapeType="1"/>
            <a:endCxn id="71" idx="4"/>
          </p:cNvCxnSpPr>
          <p:nvPr/>
        </p:nvCxnSpPr>
        <p:spPr bwMode="auto">
          <a:xfrm flipV="1">
            <a:off x="6938186" y="2691083"/>
            <a:ext cx="1588" cy="207963"/>
          </a:xfrm>
          <a:prstGeom prst="straightConnector1">
            <a:avLst/>
          </a:prstGeom>
          <a:noFill/>
          <a:ln w="8890">
            <a:solidFill>
              <a:schemeClr val="tx1"/>
            </a:solidFill>
            <a:round/>
            <a:headEnd/>
            <a:tailEnd/>
          </a:ln>
        </p:spPr>
      </p:cxnSp>
      <p:cxnSp>
        <p:nvCxnSpPr>
          <p:cNvPr id="73" name="AutoShape 99">
            <a:extLst>
              <a:ext uri="{FF2B5EF4-FFF2-40B4-BE49-F238E27FC236}">
                <a16:creationId xmlns:a16="http://schemas.microsoft.com/office/drawing/2014/main" id="{D4B301B1-0B7B-44B6-89E0-DAF3AEAAC375}"/>
              </a:ext>
            </a:extLst>
          </p:cNvPr>
          <p:cNvCxnSpPr>
            <a:cxnSpLocks noChangeShapeType="1"/>
            <a:stCxn id="71" idx="0"/>
          </p:cNvCxnSpPr>
          <p:nvPr/>
        </p:nvCxnSpPr>
        <p:spPr bwMode="auto">
          <a:xfrm flipH="1" flipV="1">
            <a:off x="6938186" y="2322783"/>
            <a:ext cx="1588" cy="207963"/>
          </a:xfrm>
          <a:prstGeom prst="straightConnector1">
            <a:avLst/>
          </a:prstGeom>
          <a:noFill/>
          <a:ln w="8890">
            <a:solidFill>
              <a:schemeClr val="tx1"/>
            </a:solidFill>
            <a:round/>
            <a:headEnd/>
            <a:tailEnd/>
          </a:ln>
        </p:spPr>
      </p:cxnSp>
      <p:sp>
        <p:nvSpPr>
          <p:cNvPr id="74" name="AutoShape 100">
            <a:extLst>
              <a:ext uri="{FF2B5EF4-FFF2-40B4-BE49-F238E27FC236}">
                <a16:creationId xmlns:a16="http://schemas.microsoft.com/office/drawing/2014/main" id="{6F5C77CE-8F6C-46C5-90C6-049B876659D9}"/>
              </a:ext>
            </a:extLst>
          </p:cNvPr>
          <p:cNvSpPr>
            <a:spLocks noChangeArrowheads="1"/>
          </p:cNvSpPr>
          <p:nvPr/>
        </p:nvSpPr>
        <p:spPr bwMode="auto">
          <a:xfrm>
            <a:off x="7587027" y="2538683"/>
            <a:ext cx="144462" cy="144463"/>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75" name="AutoShape 101">
            <a:extLst>
              <a:ext uri="{FF2B5EF4-FFF2-40B4-BE49-F238E27FC236}">
                <a16:creationId xmlns:a16="http://schemas.microsoft.com/office/drawing/2014/main" id="{C0FFE410-68E2-415F-9E8A-1A7D30F6C700}"/>
              </a:ext>
            </a:extLst>
          </p:cNvPr>
          <p:cNvCxnSpPr>
            <a:cxnSpLocks noChangeShapeType="1"/>
            <a:endCxn id="74" idx="4"/>
          </p:cNvCxnSpPr>
          <p:nvPr/>
        </p:nvCxnSpPr>
        <p:spPr bwMode="auto">
          <a:xfrm flipV="1">
            <a:off x="7658464" y="2691083"/>
            <a:ext cx="1588" cy="207963"/>
          </a:xfrm>
          <a:prstGeom prst="straightConnector1">
            <a:avLst/>
          </a:prstGeom>
          <a:noFill/>
          <a:ln w="8890">
            <a:solidFill>
              <a:schemeClr val="tx1"/>
            </a:solidFill>
            <a:round/>
            <a:headEnd/>
            <a:tailEnd/>
          </a:ln>
        </p:spPr>
      </p:cxnSp>
      <p:cxnSp>
        <p:nvCxnSpPr>
          <p:cNvPr id="76" name="AutoShape 102">
            <a:extLst>
              <a:ext uri="{FF2B5EF4-FFF2-40B4-BE49-F238E27FC236}">
                <a16:creationId xmlns:a16="http://schemas.microsoft.com/office/drawing/2014/main" id="{1479AA69-A557-4EAE-A862-0C9C046FD717}"/>
              </a:ext>
            </a:extLst>
          </p:cNvPr>
          <p:cNvCxnSpPr>
            <a:cxnSpLocks noChangeShapeType="1"/>
            <a:stCxn id="74" idx="0"/>
          </p:cNvCxnSpPr>
          <p:nvPr/>
        </p:nvCxnSpPr>
        <p:spPr bwMode="auto">
          <a:xfrm flipH="1" flipV="1">
            <a:off x="7658464" y="2322783"/>
            <a:ext cx="1588" cy="207963"/>
          </a:xfrm>
          <a:prstGeom prst="straightConnector1">
            <a:avLst/>
          </a:prstGeom>
          <a:noFill/>
          <a:ln w="8890">
            <a:solidFill>
              <a:schemeClr val="tx1"/>
            </a:solidFill>
            <a:round/>
            <a:headEnd/>
            <a:tailEnd/>
          </a:ln>
        </p:spPr>
      </p:cxnSp>
      <p:grpSp>
        <p:nvGrpSpPr>
          <p:cNvPr id="77" name="Group 109">
            <a:extLst>
              <a:ext uri="{FF2B5EF4-FFF2-40B4-BE49-F238E27FC236}">
                <a16:creationId xmlns:a16="http://schemas.microsoft.com/office/drawing/2014/main" id="{8BD26483-C55B-4DA2-B644-038349D6586E}"/>
              </a:ext>
            </a:extLst>
          </p:cNvPr>
          <p:cNvGrpSpPr>
            <a:grpSpLocks/>
          </p:cNvGrpSpPr>
          <p:nvPr/>
        </p:nvGrpSpPr>
        <p:grpSpPr bwMode="auto">
          <a:xfrm>
            <a:off x="7728802" y="3258887"/>
            <a:ext cx="430213" cy="430212"/>
            <a:chOff x="998" y="3624"/>
            <a:chExt cx="271" cy="271"/>
          </a:xfrm>
        </p:grpSpPr>
        <p:sp>
          <p:nvSpPr>
            <p:cNvPr id="78" name="Freeform 110">
              <a:extLst>
                <a:ext uri="{FF2B5EF4-FFF2-40B4-BE49-F238E27FC236}">
                  <a16:creationId xmlns:a16="http://schemas.microsoft.com/office/drawing/2014/main" id="{D2F9481D-F818-47DD-840A-C260D8229355}"/>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a:p>
          </p:txBody>
        </p:sp>
        <p:sp>
          <p:nvSpPr>
            <p:cNvPr id="79" name="Freeform 111">
              <a:extLst>
                <a:ext uri="{FF2B5EF4-FFF2-40B4-BE49-F238E27FC236}">
                  <a16:creationId xmlns:a16="http://schemas.microsoft.com/office/drawing/2014/main" id="{4D5E9426-5373-443B-A258-D722632EADB8}"/>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80" name="AutoShape 112">
              <a:extLst>
                <a:ext uri="{FF2B5EF4-FFF2-40B4-BE49-F238E27FC236}">
                  <a16:creationId xmlns:a16="http://schemas.microsoft.com/office/drawing/2014/main" id="{255F6E16-4E10-428B-8AD6-D27B88262612}"/>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cxnSp>
        <p:nvCxnSpPr>
          <p:cNvPr id="81" name="AutoShape 113">
            <a:extLst>
              <a:ext uri="{FF2B5EF4-FFF2-40B4-BE49-F238E27FC236}">
                <a16:creationId xmlns:a16="http://schemas.microsoft.com/office/drawing/2014/main" id="{A282ED4E-6BD8-4FCF-90CC-AC7F1679D351}"/>
              </a:ext>
            </a:extLst>
          </p:cNvPr>
          <p:cNvCxnSpPr>
            <a:cxnSpLocks noChangeShapeType="1"/>
          </p:cNvCxnSpPr>
          <p:nvPr/>
        </p:nvCxnSpPr>
        <p:spPr bwMode="auto">
          <a:xfrm flipV="1">
            <a:off x="7008077" y="3258887"/>
            <a:ext cx="1588" cy="323850"/>
          </a:xfrm>
          <a:prstGeom prst="straightConnector1">
            <a:avLst/>
          </a:prstGeom>
          <a:noFill/>
          <a:ln w="8890">
            <a:solidFill>
              <a:schemeClr val="tx1"/>
            </a:solidFill>
            <a:round/>
            <a:headEnd/>
            <a:tailEnd type="triangle" w="med" len="med"/>
          </a:ln>
        </p:spPr>
      </p:cxnSp>
      <p:cxnSp>
        <p:nvCxnSpPr>
          <p:cNvPr id="82" name="AutoShape 114">
            <a:extLst>
              <a:ext uri="{FF2B5EF4-FFF2-40B4-BE49-F238E27FC236}">
                <a16:creationId xmlns:a16="http://schemas.microsoft.com/office/drawing/2014/main" id="{0E34344F-7E01-42B6-82F5-4678B189C9DF}"/>
              </a:ext>
            </a:extLst>
          </p:cNvPr>
          <p:cNvCxnSpPr>
            <a:cxnSpLocks noChangeShapeType="1"/>
          </p:cNvCxnSpPr>
          <p:nvPr/>
        </p:nvCxnSpPr>
        <p:spPr bwMode="auto">
          <a:xfrm>
            <a:off x="7298995" y="3284976"/>
            <a:ext cx="0" cy="360040"/>
          </a:xfrm>
          <a:prstGeom prst="straightConnector1">
            <a:avLst/>
          </a:prstGeom>
          <a:noFill/>
          <a:ln w="8890">
            <a:solidFill>
              <a:schemeClr val="tx1"/>
            </a:solidFill>
            <a:round/>
            <a:headEnd type="none" w="med" len="med"/>
            <a:tailEnd type="triangle"/>
          </a:ln>
        </p:spPr>
      </p:cxnSp>
      <p:cxnSp>
        <p:nvCxnSpPr>
          <p:cNvPr id="83" name="AutoShape 115">
            <a:extLst>
              <a:ext uri="{FF2B5EF4-FFF2-40B4-BE49-F238E27FC236}">
                <a16:creationId xmlns:a16="http://schemas.microsoft.com/office/drawing/2014/main" id="{F1EB9681-BE0B-4312-9EC7-5B0C809F89AA}"/>
              </a:ext>
            </a:extLst>
          </p:cNvPr>
          <p:cNvCxnSpPr>
            <a:cxnSpLocks noChangeShapeType="1"/>
          </p:cNvCxnSpPr>
          <p:nvPr/>
        </p:nvCxnSpPr>
        <p:spPr bwMode="auto">
          <a:xfrm>
            <a:off x="6971565" y="3943718"/>
            <a:ext cx="288925" cy="0"/>
          </a:xfrm>
          <a:prstGeom prst="straightConnector1">
            <a:avLst/>
          </a:prstGeom>
          <a:noFill/>
          <a:ln w="8890">
            <a:solidFill>
              <a:schemeClr val="tx1"/>
            </a:solidFill>
            <a:round/>
            <a:headEnd/>
            <a:tailEnd type="triangle" w="med" len="med"/>
          </a:ln>
        </p:spPr>
      </p:cxnSp>
      <p:cxnSp>
        <p:nvCxnSpPr>
          <p:cNvPr id="84" name="AutoShape 116">
            <a:extLst>
              <a:ext uri="{FF2B5EF4-FFF2-40B4-BE49-F238E27FC236}">
                <a16:creationId xmlns:a16="http://schemas.microsoft.com/office/drawing/2014/main" id="{C77A58D6-8B6B-4095-A9D0-379BECFDB275}"/>
              </a:ext>
            </a:extLst>
          </p:cNvPr>
          <p:cNvCxnSpPr>
            <a:cxnSpLocks noChangeShapeType="1"/>
          </p:cNvCxnSpPr>
          <p:nvPr/>
        </p:nvCxnSpPr>
        <p:spPr bwMode="auto">
          <a:xfrm flipH="1">
            <a:off x="6938955" y="4222716"/>
            <a:ext cx="288032" cy="1"/>
          </a:xfrm>
          <a:prstGeom prst="straightConnector1">
            <a:avLst/>
          </a:prstGeom>
          <a:noFill/>
          <a:ln w="8890">
            <a:solidFill>
              <a:schemeClr val="tx1"/>
            </a:solidFill>
            <a:round/>
            <a:headEnd type="none" w="med" len="med"/>
            <a:tailEnd type="triangle"/>
          </a:ln>
        </p:spPr>
      </p:cxnSp>
      <p:grpSp>
        <p:nvGrpSpPr>
          <p:cNvPr id="85" name="Group 117">
            <a:extLst>
              <a:ext uri="{FF2B5EF4-FFF2-40B4-BE49-F238E27FC236}">
                <a16:creationId xmlns:a16="http://schemas.microsoft.com/office/drawing/2014/main" id="{9A415A71-2054-4609-82E1-70A13F5F23CE}"/>
              </a:ext>
            </a:extLst>
          </p:cNvPr>
          <p:cNvGrpSpPr>
            <a:grpSpLocks/>
          </p:cNvGrpSpPr>
          <p:nvPr/>
        </p:nvGrpSpPr>
        <p:grpSpPr bwMode="auto">
          <a:xfrm>
            <a:off x="8197115" y="3258887"/>
            <a:ext cx="430212" cy="323850"/>
            <a:chOff x="998" y="3624"/>
            <a:chExt cx="271" cy="271"/>
          </a:xfrm>
        </p:grpSpPr>
        <p:sp>
          <p:nvSpPr>
            <p:cNvPr id="86" name="Freeform 118">
              <a:extLst>
                <a:ext uri="{FF2B5EF4-FFF2-40B4-BE49-F238E27FC236}">
                  <a16:creationId xmlns:a16="http://schemas.microsoft.com/office/drawing/2014/main" id="{F78FC54A-B8E8-4DCD-8D1B-D853909C2992}"/>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a:p>
          </p:txBody>
        </p:sp>
        <p:sp>
          <p:nvSpPr>
            <p:cNvPr id="87" name="Freeform 119">
              <a:extLst>
                <a:ext uri="{FF2B5EF4-FFF2-40B4-BE49-F238E27FC236}">
                  <a16:creationId xmlns:a16="http://schemas.microsoft.com/office/drawing/2014/main" id="{63535153-A2E1-44D5-9AF1-6AACD1409010}"/>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88" name="AutoShape 120">
              <a:extLst>
                <a:ext uri="{FF2B5EF4-FFF2-40B4-BE49-F238E27FC236}">
                  <a16:creationId xmlns:a16="http://schemas.microsoft.com/office/drawing/2014/main" id="{181CEB8D-C865-42C5-B4D7-B6C608719C8A}"/>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grpSp>
        <p:nvGrpSpPr>
          <p:cNvPr id="89" name="Group 121">
            <a:extLst>
              <a:ext uri="{FF2B5EF4-FFF2-40B4-BE49-F238E27FC236}">
                <a16:creationId xmlns:a16="http://schemas.microsoft.com/office/drawing/2014/main" id="{A093D6A8-165C-43C0-8151-63240831727D}"/>
              </a:ext>
            </a:extLst>
          </p:cNvPr>
          <p:cNvGrpSpPr>
            <a:grpSpLocks/>
          </p:cNvGrpSpPr>
          <p:nvPr/>
        </p:nvGrpSpPr>
        <p:grpSpPr bwMode="auto">
          <a:xfrm>
            <a:off x="8701940" y="3258887"/>
            <a:ext cx="430212" cy="179387"/>
            <a:chOff x="998" y="3624"/>
            <a:chExt cx="271" cy="271"/>
          </a:xfrm>
        </p:grpSpPr>
        <p:sp>
          <p:nvSpPr>
            <p:cNvPr id="90" name="Freeform 122">
              <a:extLst>
                <a:ext uri="{FF2B5EF4-FFF2-40B4-BE49-F238E27FC236}">
                  <a16:creationId xmlns:a16="http://schemas.microsoft.com/office/drawing/2014/main" id="{8266225B-A863-4061-800E-A038FE1588E1}"/>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a:p>
          </p:txBody>
        </p:sp>
        <p:sp>
          <p:nvSpPr>
            <p:cNvPr id="91" name="Freeform 123">
              <a:extLst>
                <a:ext uri="{FF2B5EF4-FFF2-40B4-BE49-F238E27FC236}">
                  <a16:creationId xmlns:a16="http://schemas.microsoft.com/office/drawing/2014/main" id="{B9A142E3-68E5-4139-B5AA-4193B004075A}"/>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92" name="AutoShape 124">
              <a:extLst>
                <a:ext uri="{FF2B5EF4-FFF2-40B4-BE49-F238E27FC236}">
                  <a16:creationId xmlns:a16="http://schemas.microsoft.com/office/drawing/2014/main" id="{3F264054-B78F-482E-9FCE-A3DED8335E88}"/>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grpSp>
        <p:nvGrpSpPr>
          <p:cNvPr id="93" name="Group 125">
            <a:extLst>
              <a:ext uri="{FF2B5EF4-FFF2-40B4-BE49-F238E27FC236}">
                <a16:creationId xmlns:a16="http://schemas.microsoft.com/office/drawing/2014/main" id="{47987455-172E-4296-A152-644D9E3DE8BD}"/>
              </a:ext>
            </a:extLst>
          </p:cNvPr>
          <p:cNvGrpSpPr>
            <a:grpSpLocks/>
          </p:cNvGrpSpPr>
          <p:nvPr/>
        </p:nvGrpSpPr>
        <p:grpSpPr bwMode="auto">
          <a:xfrm rot="5400000">
            <a:off x="7728802" y="3908793"/>
            <a:ext cx="430213" cy="430213"/>
            <a:chOff x="998" y="3624"/>
            <a:chExt cx="271" cy="271"/>
          </a:xfrm>
        </p:grpSpPr>
        <p:sp>
          <p:nvSpPr>
            <p:cNvPr id="94" name="Freeform 126">
              <a:extLst>
                <a:ext uri="{FF2B5EF4-FFF2-40B4-BE49-F238E27FC236}">
                  <a16:creationId xmlns:a16="http://schemas.microsoft.com/office/drawing/2014/main" id="{CA030555-4492-4840-A5C7-30D46504A23E}"/>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dirty="0"/>
            </a:p>
          </p:txBody>
        </p:sp>
        <p:sp>
          <p:nvSpPr>
            <p:cNvPr id="95" name="Freeform 127">
              <a:extLst>
                <a:ext uri="{FF2B5EF4-FFF2-40B4-BE49-F238E27FC236}">
                  <a16:creationId xmlns:a16="http://schemas.microsoft.com/office/drawing/2014/main" id="{EF706A37-4D1C-481E-8E5F-13CA9ADDAD22}"/>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96" name="AutoShape 128">
              <a:extLst>
                <a:ext uri="{FF2B5EF4-FFF2-40B4-BE49-F238E27FC236}">
                  <a16:creationId xmlns:a16="http://schemas.microsoft.com/office/drawing/2014/main" id="{059E65E7-01D2-4895-8052-0AA6D8B528C6}"/>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grpSp>
        <p:nvGrpSpPr>
          <p:cNvPr id="97" name="Group 129">
            <a:extLst>
              <a:ext uri="{FF2B5EF4-FFF2-40B4-BE49-F238E27FC236}">
                <a16:creationId xmlns:a16="http://schemas.microsoft.com/office/drawing/2014/main" id="{002FB48A-4C95-4128-8DB7-3949E8D3811E}"/>
              </a:ext>
            </a:extLst>
          </p:cNvPr>
          <p:cNvGrpSpPr>
            <a:grpSpLocks/>
          </p:cNvGrpSpPr>
          <p:nvPr/>
        </p:nvGrpSpPr>
        <p:grpSpPr bwMode="auto">
          <a:xfrm rot="5400000">
            <a:off x="8251883" y="3961975"/>
            <a:ext cx="430213" cy="323850"/>
            <a:chOff x="998" y="3624"/>
            <a:chExt cx="271" cy="271"/>
          </a:xfrm>
        </p:grpSpPr>
        <p:sp>
          <p:nvSpPr>
            <p:cNvPr id="98" name="Freeform 130">
              <a:extLst>
                <a:ext uri="{FF2B5EF4-FFF2-40B4-BE49-F238E27FC236}">
                  <a16:creationId xmlns:a16="http://schemas.microsoft.com/office/drawing/2014/main" id="{5D33850A-189C-4781-9929-24F484A809C9}"/>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dirty="0"/>
            </a:p>
          </p:txBody>
        </p:sp>
        <p:sp>
          <p:nvSpPr>
            <p:cNvPr id="99" name="Freeform 131">
              <a:extLst>
                <a:ext uri="{FF2B5EF4-FFF2-40B4-BE49-F238E27FC236}">
                  <a16:creationId xmlns:a16="http://schemas.microsoft.com/office/drawing/2014/main" id="{A98214DD-C3DF-4B1A-98F0-2FEDE68637D5}"/>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100" name="AutoShape 132">
              <a:extLst>
                <a:ext uri="{FF2B5EF4-FFF2-40B4-BE49-F238E27FC236}">
                  <a16:creationId xmlns:a16="http://schemas.microsoft.com/office/drawing/2014/main" id="{3AE0CEAD-2F00-47AF-9456-F577F47B2B69}"/>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grpSp>
        <p:nvGrpSpPr>
          <p:cNvPr id="101" name="Group 133">
            <a:extLst>
              <a:ext uri="{FF2B5EF4-FFF2-40B4-BE49-F238E27FC236}">
                <a16:creationId xmlns:a16="http://schemas.microsoft.com/office/drawing/2014/main" id="{0729B603-8BB5-40B9-BA1B-DA4797AD99D1}"/>
              </a:ext>
            </a:extLst>
          </p:cNvPr>
          <p:cNvGrpSpPr>
            <a:grpSpLocks/>
          </p:cNvGrpSpPr>
          <p:nvPr/>
        </p:nvGrpSpPr>
        <p:grpSpPr bwMode="auto">
          <a:xfrm rot="5400000">
            <a:off x="8719402" y="4034206"/>
            <a:ext cx="430213" cy="179387"/>
            <a:chOff x="998" y="3624"/>
            <a:chExt cx="271" cy="271"/>
          </a:xfrm>
        </p:grpSpPr>
        <p:sp>
          <p:nvSpPr>
            <p:cNvPr id="102" name="Freeform 134">
              <a:extLst>
                <a:ext uri="{FF2B5EF4-FFF2-40B4-BE49-F238E27FC236}">
                  <a16:creationId xmlns:a16="http://schemas.microsoft.com/office/drawing/2014/main" id="{91EB7382-1F4A-4B82-B694-D0FD9FA750DE}"/>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a:p>
          </p:txBody>
        </p:sp>
        <p:sp>
          <p:nvSpPr>
            <p:cNvPr id="103" name="Freeform 135">
              <a:extLst>
                <a:ext uri="{FF2B5EF4-FFF2-40B4-BE49-F238E27FC236}">
                  <a16:creationId xmlns:a16="http://schemas.microsoft.com/office/drawing/2014/main" id="{563299E2-BBD3-4F50-839A-54E9C58EB003}"/>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104" name="AutoShape 136">
              <a:extLst>
                <a:ext uri="{FF2B5EF4-FFF2-40B4-BE49-F238E27FC236}">
                  <a16:creationId xmlns:a16="http://schemas.microsoft.com/office/drawing/2014/main" id="{A03C54BA-DC64-47C8-914F-B48ADF7A7DBF}"/>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sp>
        <p:nvSpPr>
          <p:cNvPr id="105" name="Rectangle 137">
            <a:extLst>
              <a:ext uri="{FF2B5EF4-FFF2-40B4-BE49-F238E27FC236}">
                <a16:creationId xmlns:a16="http://schemas.microsoft.com/office/drawing/2014/main" id="{6BE58D52-F6E8-4373-A0A6-EA917D30D338}"/>
              </a:ext>
            </a:extLst>
          </p:cNvPr>
          <p:cNvSpPr>
            <a:spLocks noChangeArrowheads="1"/>
          </p:cNvSpPr>
          <p:nvPr/>
        </p:nvSpPr>
        <p:spPr bwMode="auto">
          <a:xfrm>
            <a:off x="3554629" y="2323039"/>
            <a:ext cx="1008062" cy="431800"/>
          </a:xfrm>
          <a:prstGeom prst="rect">
            <a:avLst/>
          </a:prstGeom>
          <a:solidFill>
            <a:schemeClr val="bg1"/>
          </a:solidFill>
          <a:ln w="17780">
            <a:solidFill>
              <a:schemeClr val="tx1"/>
            </a:solidFill>
            <a:miter lim="800000"/>
            <a:headEnd/>
            <a:tailEnd/>
          </a:ln>
        </p:spPr>
        <p:txBody>
          <a:bodyPr lIns="36000" tIns="36000" rIns="36000" bIns="36000" anchor="ctr"/>
          <a:lstStyle/>
          <a:p>
            <a:pPr>
              <a:buClrTx/>
              <a:buSzTx/>
              <a:buFontTx/>
              <a:buNone/>
            </a:pPr>
            <a:endParaRPr lang="en-US" sz="1200"/>
          </a:p>
        </p:txBody>
      </p:sp>
      <p:sp>
        <p:nvSpPr>
          <p:cNvPr id="106" name="Rectangle 138">
            <a:extLst>
              <a:ext uri="{FF2B5EF4-FFF2-40B4-BE49-F238E27FC236}">
                <a16:creationId xmlns:a16="http://schemas.microsoft.com/office/drawing/2014/main" id="{CFA2EF35-3122-4C72-90A1-36F375136519}"/>
              </a:ext>
            </a:extLst>
          </p:cNvPr>
          <p:cNvSpPr>
            <a:spLocks noChangeArrowheads="1"/>
          </p:cNvSpPr>
          <p:nvPr/>
        </p:nvSpPr>
        <p:spPr bwMode="auto">
          <a:xfrm>
            <a:off x="3482629" y="2395039"/>
            <a:ext cx="1008062"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Agent’s Name</a:t>
            </a:r>
          </a:p>
        </p:txBody>
      </p:sp>
      <p:sp>
        <p:nvSpPr>
          <p:cNvPr id="107" name="Text Box 139">
            <a:extLst>
              <a:ext uri="{FF2B5EF4-FFF2-40B4-BE49-F238E27FC236}">
                <a16:creationId xmlns:a16="http://schemas.microsoft.com/office/drawing/2014/main" id="{B35CCD60-7EF0-40C7-8BB5-B5955B5F83FA}"/>
              </a:ext>
            </a:extLst>
          </p:cNvPr>
          <p:cNvSpPr txBox="1">
            <a:spLocks noChangeArrowheads="1"/>
          </p:cNvSpPr>
          <p:nvPr/>
        </p:nvSpPr>
        <p:spPr bwMode="auto">
          <a:xfrm>
            <a:off x="8235099" y="4555031"/>
            <a:ext cx="431800" cy="366712"/>
          </a:xfrm>
          <a:prstGeom prst="rect">
            <a:avLst/>
          </a:prstGeom>
          <a:noFill/>
          <a:ln w="12700">
            <a:noFill/>
            <a:miter lim="800000"/>
            <a:headEnd/>
            <a:tailEnd/>
          </a:ln>
        </p:spPr>
        <p:txBody>
          <a:bodyPr lIns="90000" tIns="46800" rIns="90000" bIns="46800">
            <a:spAutoFit/>
          </a:bodyPr>
          <a:lstStyle/>
          <a:p>
            <a:pPr>
              <a:spcBef>
                <a:spcPct val="50000"/>
              </a:spcBef>
              <a:buClrTx/>
              <a:buSzTx/>
              <a:buFontTx/>
              <a:buNone/>
            </a:pPr>
            <a:r>
              <a:rPr lang="en-US" sz="1800" b="1">
                <a:latin typeface="Times New Roman" pitchFamily="18" charset="0"/>
              </a:rPr>
              <a:t>...</a:t>
            </a:r>
          </a:p>
        </p:txBody>
      </p:sp>
      <p:sp>
        <p:nvSpPr>
          <p:cNvPr id="108" name="Text Box 140">
            <a:extLst>
              <a:ext uri="{FF2B5EF4-FFF2-40B4-BE49-F238E27FC236}">
                <a16:creationId xmlns:a16="http://schemas.microsoft.com/office/drawing/2014/main" id="{F9B859B9-C98C-4870-90CC-E2E6FF30C1F5}"/>
              </a:ext>
            </a:extLst>
          </p:cNvPr>
          <p:cNvSpPr txBox="1">
            <a:spLocks noChangeArrowheads="1"/>
          </p:cNvSpPr>
          <p:nvPr/>
        </p:nvSpPr>
        <p:spPr bwMode="auto">
          <a:xfrm rot="5400000">
            <a:off x="8922635" y="4659583"/>
            <a:ext cx="431800" cy="366712"/>
          </a:xfrm>
          <a:prstGeom prst="rect">
            <a:avLst/>
          </a:prstGeom>
          <a:noFill/>
          <a:ln w="12700">
            <a:noFill/>
            <a:miter lim="800000"/>
            <a:headEnd/>
            <a:tailEnd/>
          </a:ln>
        </p:spPr>
        <p:txBody>
          <a:bodyPr lIns="90000" tIns="46800" rIns="90000" bIns="46800">
            <a:spAutoFit/>
          </a:bodyPr>
          <a:lstStyle/>
          <a:p>
            <a:pPr>
              <a:spcBef>
                <a:spcPct val="50000"/>
              </a:spcBef>
              <a:buClrTx/>
              <a:buSzTx/>
              <a:buFontTx/>
              <a:buNone/>
            </a:pPr>
            <a:r>
              <a:rPr lang="en-US" sz="1800" b="1" dirty="0">
                <a:latin typeface="Times New Roman" pitchFamily="18" charset="0"/>
              </a:rPr>
              <a:t>...</a:t>
            </a:r>
          </a:p>
        </p:txBody>
      </p:sp>
      <p:sp>
        <p:nvSpPr>
          <p:cNvPr id="109" name="AutoShape 142">
            <a:extLst>
              <a:ext uri="{FF2B5EF4-FFF2-40B4-BE49-F238E27FC236}">
                <a16:creationId xmlns:a16="http://schemas.microsoft.com/office/drawing/2014/main" id="{ADB09037-A13B-485A-ACF4-CCD74D973785}"/>
              </a:ext>
            </a:extLst>
          </p:cNvPr>
          <p:cNvSpPr>
            <a:spLocks noChangeArrowheads="1"/>
          </p:cNvSpPr>
          <p:nvPr/>
        </p:nvSpPr>
        <p:spPr bwMode="auto">
          <a:xfrm>
            <a:off x="2472491" y="2116618"/>
            <a:ext cx="144462" cy="144463"/>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110" name="AutoShape 143">
            <a:extLst>
              <a:ext uri="{FF2B5EF4-FFF2-40B4-BE49-F238E27FC236}">
                <a16:creationId xmlns:a16="http://schemas.microsoft.com/office/drawing/2014/main" id="{610F854B-9034-472E-849D-76835490F462}"/>
              </a:ext>
            </a:extLst>
          </p:cNvPr>
          <p:cNvCxnSpPr>
            <a:cxnSpLocks noChangeShapeType="1"/>
            <a:stCxn id="5" idx="0"/>
            <a:endCxn id="109" idx="4"/>
          </p:cNvCxnSpPr>
          <p:nvPr/>
        </p:nvCxnSpPr>
        <p:spPr bwMode="auto">
          <a:xfrm flipH="1" flipV="1">
            <a:off x="2544722" y="2261081"/>
            <a:ext cx="1588" cy="133846"/>
          </a:xfrm>
          <a:prstGeom prst="straightConnector1">
            <a:avLst/>
          </a:prstGeom>
          <a:noFill/>
          <a:ln w="8890">
            <a:solidFill>
              <a:schemeClr val="tx1"/>
            </a:solidFill>
            <a:round/>
            <a:headEnd/>
            <a:tailEnd/>
          </a:ln>
        </p:spPr>
      </p:cxnSp>
      <p:cxnSp>
        <p:nvCxnSpPr>
          <p:cNvPr id="111" name="AutoShape 144">
            <a:extLst>
              <a:ext uri="{FF2B5EF4-FFF2-40B4-BE49-F238E27FC236}">
                <a16:creationId xmlns:a16="http://schemas.microsoft.com/office/drawing/2014/main" id="{A3FE6227-5CD4-49CE-9820-BEB2B89931FD}"/>
              </a:ext>
            </a:extLst>
          </p:cNvPr>
          <p:cNvCxnSpPr>
            <a:cxnSpLocks noChangeShapeType="1"/>
            <a:stCxn id="109" idx="0"/>
            <a:endCxn id="119" idx="2"/>
          </p:cNvCxnSpPr>
          <p:nvPr/>
        </p:nvCxnSpPr>
        <p:spPr bwMode="auto">
          <a:xfrm flipV="1">
            <a:off x="2544722" y="1962631"/>
            <a:ext cx="1563" cy="153987"/>
          </a:xfrm>
          <a:prstGeom prst="straightConnector1">
            <a:avLst/>
          </a:prstGeom>
          <a:noFill/>
          <a:ln w="8890">
            <a:solidFill>
              <a:schemeClr val="tx1"/>
            </a:solidFill>
            <a:round/>
            <a:headEnd/>
            <a:tailEnd/>
          </a:ln>
        </p:spPr>
      </p:cxnSp>
      <p:sp>
        <p:nvSpPr>
          <p:cNvPr id="112" name="Arc 111">
            <a:extLst>
              <a:ext uri="{FF2B5EF4-FFF2-40B4-BE49-F238E27FC236}">
                <a16:creationId xmlns:a16="http://schemas.microsoft.com/office/drawing/2014/main" id="{F12AB7ED-23DE-4401-9EF7-0E1DAF975961}"/>
              </a:ext>
            </a:extLst>
          </p:cNvPr>
          <p:cNvSpPr/>
          <p:nvPr/>
        </p:nvSpPr>
        <p:spPr>
          <a:xfrm>
            <a:off x="7731059" y="462703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13" name="Arc 112">
            <a:extLst>
              <a:ext uri="{FF2B5EF4-FFF2-40B4-BE49-F238E27FC236}">
                <a16:creationId xmlns:a16="http://schemas.microsoft.com/office/drawing/2014/main" id="{2EC2CF8C-6443-47C5-A2AE-98E2593E18CB}"/>
              </a:ext>
            </a:extLst>
          </p:cNvPr>
          <p:cNvSpPr/>
          <p:nvPr/>
        </p:nvSpPr>
        <p:spPr>
          <a:xfrm rot="16200000">
            <a:off x="7587043" y="462703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14" name="Arc 113">
            <a:extLst>
              <a:ext uri="{FF2B5EF4-FFF2-40B4-BE49-F238E27FC236}">
                <a16:creationId xmlns:a16="http://schemas.microsoft.com/office/drawing/2014/main" id="{3758A732-432D-489B-A8A5-771F8B333EF0}"/>
              </a:ext>
            </a:extLst>
          </p:cNvPr>
          <p:cNvSpPr/>
          <p:nvPr/>
        </p:nvSpPr>
        <p:spPr>
          <a:xfrm rot="5400000">
            <a:off x="7731059" y="4771055"/>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15" name="Arc 114">
            <a:extLst>
              <a:ext uri="{FF2B5EF4-FFF2-40B4-BE49-F238E27FC236}">
                <a16:creationId xmlns:a16="http://schemas.microsoft.com/office/drawing/2014/main" id="{3B9AA5CF-6C0F-468C-BBF6-E9CA1A19FF30}"/>
              </a:ext>
            </a:extLst>
          </p:cNvPr>
          <p:cNvSpPr/>
          <p:nvPr/>
        </p:nvSpPr>
        <p:spPr>
          <a:xfrm rot="10800000">
            <a:off x="7587043" y="4771055"/>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
        <p:nvSpPr>
          <p:cNvPr id="116" name="Arc 115">
            <a:extLst>
              <a:ext uri="{FF2B5EF4-FFF2-40B4-BE49-F238E27FC236}">
                <a16:creationId xmlns:a16="http://schemas.microsoft.com/office/drawing/2014/main" id="{ED110481-DD73-4F87-A7B9-960CF39BB986}"/>
              </a:ext>
            </a:extLst>
          </p:cNvPr>
          <p:cNvSpPr/>
          <p:nvPr/>
        </p:nvSpPr>
        <p:spPr>
          <a:xfrm rot="16200000">
            <a:off x="8379116" y="527511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17" name="Arc 116">
            <a:extLst>
              <a:ext uri="{FF2B5EF4-FFF2-40B4-BE49-F238E27FC236}">
                <a16:creationId xmlns:a16="http://schemas.microsoft.com/office/drawing/2014/main" id="{4CE8FF8A-50DE-44BA-9717-1508870483B8}"/>
              </a:ext>
            </a:extLst>
          </p:cNvPr>
          <p:cNvSpPr/>
          <p:nvPr/>
        </p:nvSpPr>
        <p:spPr>
          <a:xfrm>
            <a:off x="7803068" y="527511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nvGrpSpPr>
          <p:cNvPr id="118" name="Group 117">
            <a:extLst>
              <a:ext uri="{FF2B5EF4-FFF2-40B4-BE49-F238E27FC236}">
                <a16:creationId xmlns:a16="http://schemas.microsoft.com/office/drawing/2014/main" id="{4AAAE06A-7FDC-4D40-A4B5-C9CC51AAB18A}"/>
              </a:ext>
            </a:extLst>
          </p:cNvPr>
          <p:cNvGrpSpPr/>
          <p:nvPr/>
        </p:nvGrpSpPr>
        <p:grpSpPr>
          <a:xfrm>
            <a:off x="2402269" y="1530831"/>
            <a:ext cx="288032" cy="431800"/>
            <a:chOff x="2123728" y="1556792"/>
            <a:chExt cx="288032" cy="431800"/>
          </a:xfrm>
        </p:grpSpPr>
        <p:sp>
          <p:nvSpPr>
            <p:cNvPr id="119" name="Rectangle 48">
              <a:extLst>
                <a:ext uri="{FF2B5EF4-FFF2-40B4-BE49-F238E27FC236}">
                  <a16:creationId xmlns:a16="http://schemas.microsoft.com/office/drawing/2014/main" id="{F4D636BF-C75B-4249-B481-3C2377C183DA}"/>
                </a:ext>
              </a:extLst>
            </p:cNvPr>
            <p:cNvSpPr>
              <a:spLocks noChangeArrowheads="1"/>
            </p:cNvSpPr>
            <p:nvPr/>
          </p:nvSpPr>
          <p:spPr bwMode="auto">
            <a:xfrm>
              <a:off x="2123728" y="1556792"/>
              <a:ext cx="288032" cy="431800"/>
            </a:xfrm>
            <a:prstGeom prst="rect">
              <a:avLst/>
            </a:prstGeom>
            <a:solidFill>
              <a:schemeClr val="bg1"/>
            </a:solidFill>
            <a:ln w="17780">
              <a:solidFill>
                <a:schemeClr val="tx1"/>
              </a:solidFill>
              <a:miter lim="800000"/>
              <a:headEnd/>
              <a:tailEnd/>
            </a:ln>
          </p:spPr>
          <p:txBody>
            <a:bodyPr lIns="36000" tIns="36000" rIns="36000" bIns="36000" anchor="ctr"/>
            <a:lstStyle/>
            <a:p>
              <a:pPr>
                <a:buClrTx/>
                <a:buSzTx/>
                <a:buFontTx/>
                <a:buNone/>
              </a:pPr>
              <a:endParaRPr lang="en-US" sz="1200"/>
            </a:p>
          </p:txBody>
        </p:sp>
        <p:grpSp>
          <p:nvGrpSpPr>
            <p:cNvPr id="120" name="Group 49">
              <a:extLst>
                <a:ext uri="{FF2B5EF4-FFF2-40B4-BE49-F238E27FC236}">
                  <a16:creationId xmlns:a16="http://schemas.microsoft.com/office/drawing/2014/main" id="{E774A570-C14E-4675-B887-D60F80517E24}"/>
                </a:ext>
              </a:extLst>
            </p:cNvPr>
            <p:cNvGrpSpPr>
              <a:grpSpLocks/>
            </p:cNvGrpSpPr>
            <p:nvPr/>
          </p:nvGrpSpPr>
          <p:grpSpPr bwMode="auto">
            <a:xfrm>
              <a:off x="2184400" y="1615532"/>
              <a:ext cx="166688" cy="287338"/>
              <a:chOff x="1347" y="522"/>
              <a:chExt cx="105" cy="181"/>
            </a:xfrm>
          </p:grpSpPr>
          <p:sp>
            <p:nvSpPr>
              <p:cNvPr id="121" name="Oval 50">
                <a:extLst>
                  <a:ext uri="{FF2B5EF4-FFF2-40B4-BE49-F238E27FC236}">
                    <a16:creationId xmlns:a16="http://schemas.microsoft.com/office/drawing/2014/main" id="{8C55A137-4AF6-427E-B101-4594110CC308}"/>
                  </a:ext>
                </a:extLst>
              </p:cNvPr>
              <p:cNvSpPr>
                <a:spLocks noChangeArrowheads="1"/>
              </p:cNvSpPr>
              <p:nvPr/>
            </p:nvSpPr>
            <p:spPr bwMode="auto">
              <a:xfrm>
                <a:off x="1374" y="522"/>
                <a:ext cx="52" cy="52"/>
              </a:xfrm>
              <a:prstGeom prst="ellipse">
                <a:avLst/>
              </a:prstGeom>
              <a:noFill/>
              <a:ln w="7200">
                <a:solidFill>
                  <a:srgbClr val="000000"/>
                </a:solidFill>
                <a:round/>
                <a:headEnd/>
                <a:tailEnd/>
              </a:ln>
            </p:spPr>
            <p:txBody>
              <a:bodyPr wrap="none" anchor="ctr"/>
              <a:lstStyle/>
              <a:p>
                <a:endParaRPr lang="en-US"/>
              </a:p>
            </p:txBody>
          </p:sp>
          <p:sp>
            <p:nvSpPr>
              <p:cNvPr id="122" name="Line 51">
                <a:extLst>
                  <a:ext uri="{FF2B5EF4-FFF2-40B4-BE49-F238E27FC236}">
                    <a16:creationId xmlns:a16="http://schemas.microsoft.com/office/drawing/2014/main" id="{6ADCE8B3-4046-4A7F-B4E8-57D733D61B7F}"/>
                  </a:ext>
                </a:extLst>
              </p:cNvPr>
              <p:cNvSpPr>
                <a:spLocks noChangeShapeType="1"/>
              </p:cNvSpPr>
              <p:nvPr/>
            </p:nvSpPr>
            <p:spPr bwMode="auto">
              <a:xfrm>
                <a:off x="1400" y="574"/>
                <a:ext cx="1" cy="78"/>
              </a:xfrm>
              <a:prstGeom prst="line">
                <a:avLst/>
              </a:prstGeom>
              <a:noFill/>
              <a:ln w="7200">
                <a:solidFill>
                  <a:srgbClr val="000000"/>
                </a:solidFill>
                <a:round/>
                <a:headEnd/>
                <a:tailEnd/>
              </a:ln>
            </p:spPr>
            <p:txBody>
              <a:bodyPr/>
              <a:lstStyle/>
              <a:p>
                <a:endParaRPr lang="en-US"/>
              </a:p>
            </p:txBody>
          </p:sp>
          <p:sp>
            <p:nvSpPr>
              <p:cNvPr id="123" name="Line 52">
                <a:extLst>
                  <a:ext uri="{FF2B5EF4-FFF2-40B4-BE49-F238E27FC236}">
                    <a16:creationId xmlns:a16="http://schemas.microsoft.com/office/drawing/2014/main" id="{72DD0C88-4301-4B88-A80E-1C1AFEB253B0}"/>
                  </a:ext>
                </a:extLst>
              </p:cNvPr>
              <p:cNvSpPr>
                <a:spLocks noChangeShapeType="1"/>
              </p:cNvSpPr>
              <p:nvPr/>
            </p:nvSpPr>
            <p:spPr bwMode="auto">
              <a:xfrm flipV="1">
                <a:off x="1400" y="572"/>
                <a:ext cx="52" cy="28"/>
              </a:xfrm>
              <a:prstGeom prst="line">
                <a:avLst/>
              </a:prstGeom>
              <a:noFill/>
              <a:ln w="7200">
                <a:solidFill>
                  <a:srgbClr val="000000"/>
                </a:solidFill>
                <a:round/>
                <a:headEnd/>
                <a:tailEnd/>
              </a:ln>
            </p:spPr>
            <p:txBody>
              <a:bodyPr/>
              <a:lstStyle/>
              <a:p>
                <a:endParaRPr lang="en-US"/>
              </a:p>
            </p:txBody>
          </p:sp>
          <p:sp>
            <p:nvSpPr>
              <p:cNvPr id="124" name="Line 53">
                <a:extLst>
                  <a:ext uri="{FF2B5EF4-FFF2-40B4-BE49-F238E27FC236}">
                    <a16:creationId xmlns:a16="http://schemas.microsoft.com/office/drawing/2014/main" id="{DF14636A-0E9A-460F-90BF-12FD689756BD}"/>
                  </a:ext>
                </a:extLst>
              </p:cNvPr>
              <p:cNvSpPr>
                <a:spLocks noChangeShapeType="1"/>
              </p:cNvSpPr>
              <p:nvPr/>
            </p:nvSpPr>
            <p:spPr bwMode="auto">
              <a:xfrm flipH="1" flipV="1">
                <a:off x="1347" y="572"/>
                <a:ext cx="54" cy="28"/>
              </a:xfrm>
              <a:prstGeom prst="line">
                <a:avLst/>
              </a:prstGeom>
              <a:noFill/>
              <a:ln w="7200">
                <a:solidFill>
                  <a:srgbClr val="000000"/>
                </a:solidFill>
                <a:round/>
                <a:headEnd/>
                <a:tailEnd/>
              </a:ln>
            </p:spPr>
            <p:txBody>
              <a:bodyPr/>
              <a:lstStyle/>
              <a:p>
                <a:endParaRPr lang="en-US"/>
              </a:p>
            </p:txBody>
          </p:sp>
          <p:sp>
            <p:nvSpPr>
              <p:cNvPr id="125" name="Line 54">
                <a:extLst>
                  <a:ext uri="{FF2B5EF4-FFF2-40B4-BE49-F238E27FC236}">
                    <a16:creationId xmlns:a16="http://schemas.microsoft.com/office/drawing/2014/main" id="{3A300454-A8C0-4E87-A176-76A1610D8F2A}"/>
                  </a:ext>
                </a:extLst>
              </p:cNvPr>
              <p:cNvSpPr>
                <a:spLocks noChangeShapeType="1"/>
              </p:cNvSpPr>
              <p:nvPr/>
            </p:nvSpPr>
            <p:spPr bwMode="auto">
              <a:xfrm flipH="1">
                <a:off x="1347" y="651"/>
                <a:ext cx="54" cy="52"/>
              </a:xfrm>
              <a:prstGeom prst="line">
                <a:avLst/>
              </a:prstGeom>
              <a:noFill/>
              <a:ln w="7200">
                <a:solidFill>
                  <a:srgbClr val="000000"/>
                </a:solidFill>
                <a:round/>
                <a:headEnd/>
                <a:tailEnd/>
              </a:ln>
            </p:spPr>
            <p:txBody>
              <a:bodyPr/>
              <a:lstStyle/>
              <a:p>
                <a:endParaRPr lang="en-US"/>
              </a:p>
            </p:txBody>
          </p:sp>
          <p:sp>
            <p:nvSpPr>
              <p:cNvPr id="126" name="Line 55">
                <a:extLst>
                  <a:ext uri="{FF2B5EF4-FFF2-40B4-BE49-F238E27FC236}">
                    <a16:creationId xmlns:a16="http://schemas.microsoft.com/office/drawing/2014/main" id="{16C2342F-3BCF-4A5B-9AE8-D0B69235C986}"/>
                  </a:ext>
                </a:extLst>
              </p:cNvPr>
              <p:cNvSpPr>
                <a:spLocks noChangeShapeType="1"/>
              </p:cNvSpPr>
              <p:nvPr/>
            </p:nvSpPr>
            <p:spPr bwMode="auto">
              <a:xfrm>
                <a:off x="1400" y="651"/>
                <a:ext cx="52" cy="52"/>
              </a:xfrm>
              <a:prstGeom prst="line">
                <a:avLst/>
              </a:prstGeom>
              <a:noFill/>
              <a:ln w="7200">
                <a:solidFill>
                  <a:srgbClr val="000000"/>
                </a:solidFill>
                <a:round/>
                <a:headEnd/>
                <a:tailEnd/>
              </a:ln>
            </p:spPr>
            <p:txBody>
              <a:bodyPr/>
              <a:lstStyle/>
              <a:p>
                <a:endParaRPr lang="en-US"/>
              </a:p>
            </p:txBody>
          </p:sp>
        </p:grpSp>
      </p:grpSp>
      <p:sp>
        <p:nvSpPr>
          <p:cNvPr id="127" name="Rectangle 126">
            <a:extLst>
              <a:ext uri="{FF2B5EF4-FFF2-40B4-BE49-F238E27FC236}">
                <a16:creationId xmlns:a16="http://schemas.microsoft.com/office/drawing/2014/main" id="{D0173031-D9AB-4504-8424-BACC2B20B94B}"/>
              </a:ext>
            </a:extLst>
          </p:cNvPr>
          <p:cNvSpPr/>
          <p:nvPr/>
        </p:nvSpPr>
        <p:spPr>
          <a:xfrm>
            <a:off x="2690301" y="1602839"/>
            <a:ext cx="1224136" cy="288147"/>
          </a:xfrm>
          <a:prstGeom prst="rect">
            <a:avLst/>
          </a:prstGeom>
        </p:spPr>
        <p:txBody>
          <a:bodyPr wrap="square" lIns="72000" tIns="36000" rIns="72000" bIns="36000">
            <a:spAutoFit/>
          </a:bodyPr>
          <a:lstStyle/>
          <a:p>
            <a:pPr>
              <a:buClrTx/>
              <a:buSzTx/>
              <a:buFontTx/>
              <a:buNone/>
            </a:pPr>
            <a:r>
              <a:rPr lang="en-US" sz="1400" dirty="0"/>
              <a:t>[User role]</a:t>
            </a:r>
          </a:p>
        </p:txBody>
      </p:sp>
      <p:grpSp>
        <p:nvGrpSpPr>
          <p:cNvPr id="128" name="Group 127">
            <a:extLst>
              <a:ext uri="{FF2B5EF4-FFF2-40B4-BE49-F238E27FC236}">
                <a16:creationId xmlns:a16="http://schemas.microsoft.com/office/drawing/2014/main" id="{EF0BE359-A72A-49B9-96A2-20A705EDA9DB}"/>
              </a:ext>
            </a:extLst>
          </p:cNvPr>
          <p:cNvGrpSpPr/>
          <p:nvPr/>
        </p:nvGrpSpPr>
        <p:grpSpPr>
          <a:xfrm>
            <a:off x="2618475" y="3186879"/>
            <a:ext cx="144016" cy="288032"/>
            <a:chOff x="3419872" y="2348880"/>
            <a:chExt cx="144016" cy="288032"/>
          </a:xfrm>
        </p:grpSpPr>
        <p:sp>
          <p:nvSpPr>
            <p:cNvPr id="129" name="Line 90">
              <a:extLst>
                <a:ext uri="{FF2B5EF4-FFF2-40B4-BE49-F238E27FC236}">
                  <a16:creationId xmlns:a16="http://schemas.microsoft.com/office/drawing/2014/main" id="{687F7E70-7B14-40F8-8377-0B87C42C0F24}"/>
                </a:ext>
              </a:extLst>
            </p:cNvPr>
            <p:cNvSpPr>
              <a:spLocks noChangeShapeType="1"/>
            </p:cNvSpPr>
            <p:nvPr/>
          </p:nvSpPr>
          <p:spPr bwMode="auto">
            <a:xfrm flipH="1">
              <a:off x="3485531" y="2506166"/>
              <a:ext cx="0" cy="58738"/>
            </a:xfrm>
            <a:prstGeom prst="line">
              <a:avLst/>
            </a:prstGeom>
            <a:noFill/>
            <a:ln w="8890">
              <a:solidFill>
                <a:schemeClr val="tx1"/>
              </a:solidFill>
              <a:round/>
              <a:headEnd/>
              <a:tailEnd type="stealth" w="med" len="med"/>
            </a:ln>
          </p:spPr>
          <p:txBody>
            <a:bodyPr lIns="90000" tIns="46800" rIns="90000" bIns="46800" anchor="ctr"/>
            <a:lstStyle/>
            <a:p>
              <a:endParaRPr lang="en-US"/>
            </a:p>
          </p:txBody>
        </p:sp>
        <p:sp>
          <p:nvSpPr>
            <p:cNvPr id="130" name="Text Box 91">
              <a:extLst>
                <a:ext uri="{FF2B5EF4-FFF2-40B4-BE49-F238E27FC236}">
                  <a16:creationId xmlns:a16="http://schemas.microsoft.com/office/drawing/2014/main" id="{28724ED4-F701-4952-BFEC-EBFEAE905FC0}"/>
                </a:ext>
              </a:extLst>
            </p:cNvPr>
            <p:cNvSpPr txBox="1">
              <a:spLocks noChangeArrowheads="1"/>
            </p:cNvSpPr>
            <p:nvPr/>
          </p:nvSpPr>
          <p:spPr bwMode="auto">
            <a:xfrm>
              <a:off x="3449018" y="2387103"/>
              <a:ext cx="85725" cy="122238"/>
            </a:xfrm>
            <a:prstGeom prst="rect">
              <a:avLst/>
            </a:prstGeom>
            <a:noFill/>
            <a:ln w="12700">
              <a:noFill/>
              <a:miter lim="800000"/>
              <a:headEnd/>
              <a:tailEnd/>
            </a:ln>
          </p:spPr>
          <p:txBody>
            <a:bodyPr lIns="0" tIns="0" rIns="0" bIns="0">
              <a:spAutoFit/>
            </a:bodyPr>
            <a:lstStyle/>
            <a:p>
              <a:pPr algn="l">
                <a:buClrTx/>
                <a:buSzTx/>
                <a:buFontTx/>
                <a:buNone/>
              </a:pPr>
              <a:r>
                <a:rPr lang="en-US" sz="800" b="1" dirty="0"/>
                <a:t>R</a:t>
              </a:r>
            </a:p>
          </p:txBody>
        </p:sp>
        <p:sp>
          <p:nvSpPr>
            <p:cNvPr id="131" name="Rectangle 130">
              <a:extLst>
                <a:ext uri="{FF2B5EF4-FFF2-40B4-BE49-F238E27FC236}">
                  <a16:creationId xmlns:a16="http://schemas.microsoft.com/office/drawing/2014/main" id="{90F1451A-97F0-4631-8C9C-EA0108A507C5}"/>
                </a:ext>
              </a:extLst>
            </p:cNvPr>
            <p:cNvSpPr/>
            <p:nvPr/>
          </p:nvSpPr>
          <p:spPr bwMode="gray">
            <a:xfrm>
              <a:off x="3419872" y="2348880"/>
              <a:ext cx="144016" cy="288032"/>
            </a:xfrm>
            <a:prstGeom prst="rect">
              <a:avLst/>
            </a:prstGeom>
            <a:no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nvGrpSpPr>
          <p:cNvPr id="132" name="Group 131">
            <a:extLst>
              <a:ext uri="{FF2B5EF4-FFF2-40B4-BE49-F238E27FC236}">
                <a16:creationId xmlns:a16="http://schemas.microsoft.com/office/drawing/2014/main" id="{56DB7F20-8D02-4964-93E4-73DC9714E1AA}"/>
              </a:ext>
            </a:extLst>
          </p:cNvPr>
          <p:cNvGrpSpPr/>
          <p:nvPr/>
        </p:nvGrpSpPr>
        <p:grpSpPr>
          <a:xfrm>
            <a:off x="7731043" y="2466799"/>
            <a:ext cx="144016" cy="288032"/>
            <a:chOff x="3419872" y="2348880"/>
            <a:chExt cx="144016" cy="288032"/>
          </a:xfrm>
        </p:grpSpPr>
        <p:sp>
          <p:nvSpPr>
            <p:cNvPr id="133" name="Line 90">
              <a:extLst>
                <a:ext uri="{FF2B5EF4-FFF2-40B4-BE49-F238E27FC236}">
                  <a16:creationId xmlns:a16="http://schemas.microsoft.com/office/drawing/2014/main" id="{A913A5AD-F365-450E-B8B1-ED1F2A83AD53}"/>
                </a:ext>
              </a:extLst>
            </p:cNvPr>
            <p:cNvSpPr>
              <a:spLocks noChangeShapeType="1"/>
            </p:cNvSpPr>
            <p:nvPr/>
          </p:nvSpPr>
          <p:spPr bwMode="auto">
            <a:xfrm flipH="1">
              <a:off x="3485531" y="2506166"/>
              <a:ext cx="0" cy="58738"/>
            </a:xfrm>
            <a:prstGeom prst="line">
              <a:avLst/>
            </a:prstGeom>
            <a:noFill/>
            <a:ln w="8890">
              <a:solidFill>
                <a:schemeClr val="tx1"/>
              </a:solidFill>
              <a:round/>
              <a:headEnd/>
              <a:tailEnd type="stealth" w="med" len="med"/>
            </a:ln>
          </p:spPr>
          <p:txBody>
            <a:bodyPr lIns="90000" tIns="46800" rIns="90000" bIns="46800" anchor="ctr"/>
            <a:lstStyle/>
            <a:p>
              <a:endParaRPr lang="en-US"/>
            </a:p>
          </p:txBody>
        </p:sp>
        <p:sp>
          <p:nvSpPr>
            <p:cNvPr id="134" name="Text Box 91">
              <a:extLst>
                <a:ext uri="{FF2B5EF4-FFF2-40B4-BE49-F238E27FC236}">
                  <a16:creationId xmlns:a16="http://schemas.microsoft.com/office/drawing/2014/main" id="{49D3B91C-55E8-4CD0-A8FE-DDAE60D68B6F}"/>
                </a:ext>
              </a:extLst>
            </p:cNvPr>
            <p:cNvSpPr txBox="1">
              <a:spLocks noChangeArrowheads="1"/>
            </p:cNvSpPr>
            <p:nvPr/>
          </p:nvSpPr>
          <p:spPr bwMode="auto">
            <a:xfrm>
              <a:off x="3449018" y="2387103"/>
              <a:ext cx="85725" cy="122238"/>
            </a:xfrm>
            <a:prstGeom prst="rect">
              <a:avLst/>
            </a:prstGeom>
            <a:noFill/>
            <a:ln w="12700">
              <a:noFill/>
              <a:miter lim="800000"/>
              <a:headEnd/>
              <a:tailEnd/>
            </a:ln>
          </p:spPr>
          <p:txBody>
            <a:bodyPr lIns="0" tIns="0" rIns="0" bIns="0">
              <a:spAutoFit/>
            </a:bodyPr>
            <a:lstStyle/>
            <a:p>
              <a:pPr algn="l">
                <a:buClrTx/>
                <a:buSzTx/>
                <a:buFontTx/>
                <a:buNone/>
              </a:pPr>
              <a:r>
                <a:rPr lang="en-US" sz="800" b="1" dirty="0"/>
                <a:t>R</a:t>
              </a:r>
            </a:p>
          </p:txBody>
        </p:sp>
        <p:sp>
          <p:nvSpPr>
            <p:cNvPr id="135" name="Rectangle 134">
              <a:extLst>
                <a:ext uri="{FF2B5EF4-FFF2-40B4-BE49-F238E27FC236}">
                  <a16:creationId xmlns:a16="http://schemas.microsoft.com/office/drawing/2014/main" id="{223C1314-C605-488C-8D1E-D97A703DB225}"/>
                </a:ext>
              </a:extLst>
            </p:cNvPr>
            <p:cNvSpPr/>
            <p:nvPr/>
          </p:nvSpPr>
          <p:spPr bwMode="gray">
            <a:xfrm>
              <a:off x="3419872" y="2348880"/>
              <a:ext cx="144016" cy="288032"/>
            </a:xfrm>
            <a:prstGeom prst="rect">
              <a:avLst/>
            </a:prstGeom>
            <a:no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nvGrpSpPr>
          <p:cNvPr id="136" name="Group 135">
            <a:extLst>
              <a:ext uri="{FF2B5EF4-FFF2-40B4-BE49-F238E27FC236}">
                <a16:creationId xmlns:a16="http://schemas.microsoft.com/office/drawing/2014/main" id="{0E3BB548-F17F-4EED-8057-4C8D0659F503}"/>
              </a:ext>
            </a:extLst>
          </p:cNvPr>
          <p:cNvGrpSpPr/>
          <p:nvPr/>
        </p:nvGrpSpPr>
        <p:grpSpPr>
          <a:xfrm>
            <a:off x="7010765" y="2466799"/>
            <a:ext cx="144016" cy="288032"/>
            <a:chOff x="5652120" y="2564904"/>
            <a:chExt cx="144016" cy="288032"/>
          </a:xfrm>
        </p:grpSpPr>
        <p:grpSp>
          <p:nvGrpSpPr>
            <p:cNvPr id="137" name="Group 136">
              <a:extLst>
                <a:ext uri="{FF2B5EF4-FFF2-40B4-BE49-F238E27FC236}">
                  <a16:creationId xmlns:a16="http://schemas.microsoft.com/office/drawing/2014/main" id="{D74E5D84-E7DB-4781-824D-7820CA665D42}"/>
                </a:ext>
              </a:extLst>
            </p:cNvPr>
            <p:cNvGrpSpPr/>
            <p:nvPr/>
          </p:nvGrpSpPr>
          <p:grpSpPr>
            <a:xfrm>
              <a:off x="5681266" y="2636912"/>
              <a:ext cx="85725" cy="179388"/>
              <a:chOff x="5681266" y="2636912"/>
              <a:chExt cx="85725" cy="179388"/>
            </a:xfrm>
          </p:grpSpPr>
          <p:sp>
            <p:nvSpPr>
              <p:cNvPr id="139" name="Line 107">
                <a:extLst>
                  <a:ext uri="{FF2B5EF4-FFF2-40B4-BE49-F238E27FC236}">
                    <a16:creationId xmlns:a16="http://schemas.microsoft.com/office/drawing/2014/main" id="{0798FE06-7BAD-45B2-9DDF-9A5BB2C4E8AA}"/>
                  </a:ext>
                </a:extLst>
              </p:cNvPr>
              <p:cNvSpPr>
                <a:spLocks noChangeShapeType="1"/>
              </p:cNvSpPr>
              <p:nvPr/>
            </p:nvSpPr>
            <p:spPr bwMode="auto">
              <a:xfrm rot="10800000" flipH="1">
                <a:off x="5724128" y="2636912"/>
                <a:ext cx="0" cy="58738"/>
              </a:xfrm>
              <a:prstGeom prst="line">
                <a:avLst/>
              </a:prstGeom>
              <a:noFill/>
              <a:ln w="8890">
                <a:solidFill>
                  <a:schemeClr val="tx1"/>
                </a:solidFill>
                <a:round/>
                <a:headEnd/>
                <a:tailEnd type="stealth" w="med" len="med"/>
              </a:ln>
            </p:spPr>
            <p:txBody>
              <a:bodyPr lIns="90000" tIns="46800" rIns="90000" bIns="46800" anchor="ctr"/>
              <a:lstStyle/>
              <a:p>
                <a:endParaRPr lang="en-US"/>
              </a:p>
            </p:txBody>
          </p:sp>
          <p:sp>
            <p:nvSpPr>
              <p:cNvPr id="140" name="Text Box 108">
                <a:extLst>
                  <a:ext uri="{FF2B5EF4-FFF2-40B4-BE49-F238E27FC236}">
                    <a16:creationId xmlns:a16="http://schemas.microsoft.com/office/drawing/2014/main" id="{477D9C58-AAD0-469A-9441-EB65C05EC95B}"/>
                  </a:ext>
                </a:extLst>
              </p:cNvPr>
              <p:cNvSpPr txBox="1">
                <a:spLocks noChangeArrowheads="1"/>
              </p:cNvSpPr>
              <p:nvPr/>
            </p:nvSpPr>
            <p:spPr bwMode="auto">
              <a:xfrm>
                <a:off x="5681266" y="2694062"/>
                <a:ext cx="85725" cy="122238"/>
              </a:xfrm>
              <a:prstGeom prst="rect">
                <a:avLst/>
              </a:prstGeom>
              <a:noFill/>
              <a:ln w="12700">
                <a:noFill/>
                <a:miter lim="800000"/>
                <a:headEnd/>
                <a:tailEnd/>
              </a:ln>
            </p:spPr>
            <p:txBody>
              <a:bodyPr lIns="0" tIns="0" rIns="0" bIns="0">
                <a:spAutoFit/>
              </a:bodyPr>
              <a:lstStyle/>
              <a:p>
                <a:pPr algn="ctr">
                  <a:buClrTx/>
                  <a:buSzTx/>
                  <a:buFontTx/>
                  <a:buNone/>
                </a:pPr>
                <a:r>
                  <a:rPr lang="en-US" sz="800" b="1" dirty="0"/>
                  <a:t>R</a:t>
                </a:r>
              </a:p>
            </p:txBody>
          </p:sp>
        </p:grpSp>
        <p:sp>
          <p:nvSpPr>
            <p:cNvPr id="138" name="Rectangle 137">
              <a:extLst>
                <a:ext uri="{FF2B5EF4-FFF2-40B4-BE49-F238E27FC236}">
                  <a16:creationId xmlns:a16="http://schemas.microsoft.com/office/drawing/2014/main" id="{6B50C4B1-FC2A-427C-8785-1892E1D509A3}"/>
                </a:ext>
              </a:extLst>
            </p:cNvPr>
            <p:cNvSpPr/>
            <p:nvPr/>
          </p:nvSpPr>
          <p:spPr bwMode="gray">
            <a:xfrm>
              <a:off x="5652120" y="2564904"/>
              <a:ext cx="144016" cy="288032"/>
            </a:xfrm>
            <a:prstGeom prst="rect">
              <a:avLst/>
            </a:prstGeom>
            <a:no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nvGrpSpPr>
          <p:cNvPr id="141" name="Group 140">
            <a:extLst>
              <a:ext uri="{FF2B5EF4-FFF2-40B4-BE49-F238E27FC236}">
                <a16:creationId xmlns:a16="http://schemas.microsoft.com/office/drawing/2014/main" id="{20A1AD21-C00C-4578-BC69-094A372FF0F4}"/>
              </a:ext>
            </a:extLst>
          </p:cNvPr>
          <p:cNvGrpSpPr/>
          <p:nvPr/>
        </p:nvGrpSpPr>
        <p:grpSpPr>
          <a:xfrm>
            <a:off x="2114419" y="3330895"/>
            <a:ext cx="144016" cy="288032"/>
            <a:chOff x="5652120" y="2564904"/>
            <a:chExt cx="144016" cy="288032"/>
          </a:xfrm>
        </p:grpSpPr>
        <p:grpSp>
          <p:nvGrpSpPr>
            <p:cNvPr id="142" name="Group 141">
              <a:extLst>
                <a:ext uri="{FF2B5EF4-FFF2-40B4-BE49-F238E27FC236}">
                  <a16:creationId xmlns:a16="http://schemas.microsoft.com/office/drawing/2014/main" id="{56CF3632-DC8B-4DDB-A64B-E29B7C795823}"/>
                </a:ext>
              </a:extLst>
            </p:cNvPr>
            <p:cNvGrpSpPr/>
            <p:nvPr/>
          </p:nvGrpSpPr>
          <p:grpSpPr>
            <a:xfrm>
              <a:off x="5681266" y="2636912"/>
              <a:ext cx="85725" cy="179388"/>
              <a:chOff x="5681266" y="2636912"/>
              <a:chExt cx="85725" cy="179388"/>
            </a:xfrm>
          </p:grpSpPr>
          <p:sp>
            <p:nvSpPr>
              <p:cNvPr id="144" name="Line 107">
                <a:extLst>
                  <a:ext uri="{FF2B5EF4-FFF2-40B4-BE49-F238E27FC236}">
                    <a16:creationId xmlns:a16="http://schemas.microsoft.com/office/drawing/2014/main" id="{786D879E-B206-4CB1-86A1-928F3D49AE5C}"/>
                  </a:ext>
                </a:extLst>
              </p:cNvPr>
              <p:cNvSpPr>
                <a:spLocks noChangeShapeType="1"/>
              </p:cNvSpPr>
              <p:nvPr/>
            </p:nvSpPr>
            <p:spPr bwMode="auto">
              <a:xfrm rot="10800000" flipH="1">
                <a:off x="5724128" y="2636912"/>
                <a:ext cx="0" cy="58738"/>
              </a:xfrm>
              <a:prstGeom prst="line">
                <a:avLst/>
              </a:prstGeom>
              <a:noFill/>
              <a:ln w="8890">
                <a:solidFill>
                  <a:schemeClr val="tx1"/>
                </a:solidFill>
                <a:round/>
                <a:headEnd/>
                <a:tailEnd type="stealth" w="med" len="med"/>
              </a:ln>
            </p:spPr>
            <p:txBody>
              <a:bodyPr lIns="90000" tIns="46800" rIns="90000" bIns="46800" anchor="ctr"/>
              <a:lstStyle/>
              <a:p>
                <a:endParaRPr lang="en-US"/>
              </a:p>
            </p:txBody>
          </p:sp>
          <p:sp>
            <p:nvSpPr>
              <p:cNvPr id="145" name="Text Box 108">
                <a:extLst>
                  <a:ext uri="{FF2B5EF4-FFF2-40B4-BE49-F238E27FC236}">
                    <a16:creationId xmlns:a16="http://schemas.microsoft.com/office/drawing/2014/main" id="{BEF15D86-E0E8-46D3-A356-B69E686E8333}"/>
                  </a:ext>
                </a:extLst>
              </p:cNvPr>
              <p:cNvSpPr txBox="1">
                <a:spLocks noChangeArrowheads="1"/>
              </p:cNvSpPr>
              <p:nvPr/>
            </p:nvSpPr>
            <p:spPr bwMode="auto">
              <a:xfrm>
                <a:off x="5681266" y="2694062"/>
                <a:ext cx="85725" cy="122238"/>
              </a:xfrm>
              <a:prstGeom prst="rect">
                <a:avLst/>
              </a:prstGeom>
              <a:noFill/>
              <a:ln w="12700">
                <a:noFill/>
                <a:miter lim="800000"/>
                <a:headEnd/>
                <a:tailEnd/>
              </a:ln>
            </p:spPr>
            <p:txBody>
              <a:bodyPr lIns="0" tIns="0" rIns="0" bIns="0">
                <a:spAutoFit/>
              </a:bodyPr>
              <a:lstStyle/>
              <a:p>
                <a:pPr algn="ctr">
                  <a:buClrTx/>
                  <a:buSzTx/>
                  <a:buFontTx/>
                  <a:buNone/>
                </a:pPr>
                <a:r>
                  <a:rPr lang="en-US" sz="800" b="1" dirty="0"/>
                  <a:t>R</a:t>
                </a:r>
              </a:p>
            </p:txBody>
          </p:sp>
        </p:grpSp>
        <p:sp>
          <p:nvSpPr>
            <p:cNvPr id="143" name="Rectangle 142">
              <a:extLst>
                <a:ext uri="{FF2B5EF4-FFF2-40B4-BE49-F238E27FC236}">
                  <a16:creationId xmlns:a16="http://schemas.microsoft.com/office/drawing/2014/main" id="{11990B4F-B0B3-46FD-BE41-AB6F5269AC5A}"/>
                </a:ext>
              </a:extLst>
            </p:cNvPr>
            <p:cNvSpPr/>
            <p:nvPr/>
          </p:nvSpPr>
          <p:spPr bwMode="gray">
            <a:xfrm>
              <a:off x="5652120" y="2564904"/>
              <a:ext cx="144016" cy="288032"/>
            </a:xfrm>
            <a:prstGeom prst="rect">
              <a:avLst/>
            </a:prstGeom>
            <a:no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cxnSp>
        <p:nvCxnSpPr>
          <p:cNvPr id="146" name="AutoShape 46">
            <a:extLst>
              <a:ext uri="{FF2B5EF4-FFF2-40B4-BE49-F238E27FC236}">
                <a16:creationId xmlns:a16="http://schemas.microsoft.com/office/drawing/2014/main" id="{507660CD-1596-4E83-8E88-704530D88AAF}"/>
              </a:ext>
            </a:extLst>
          </p:cNvPr>
          <p:cNvCxnSpPr>
            <a:cxnSpLocks noChangeShapeType="1"/>
          </p:cNvCxnSpPr>
          <p:nvPr/>
        </p:nvCxnSpPr>
        <p:spPr bwMode="auto">
          <a:xfrm flipH="1">
            <a:off x="8451125" y="6139207"/>
            <a:ext cx="360039" cy="0"/>
          </a:xfrm>
          <a:prstGeom prst="straightConnector1">
            <a:avLst/>
          </a:prstGeom>
          <a:noFill/>
          <a:ln w="8890">
            <a:solidFill>
              <a:schemeClr val="tx1"/>
            </a:solidFill>
            <a:round/>
            <a:headEnd type="none" w="med" len="med"/>
            <a:tailEnd/>
          </a:ln>
        </p:spPr>
      </p:cxnSp>
      <p:cxnSp>
        <p:nvCxnSpPr>
          <p:cNvPr id="147" name="AutoShape 47">
            <a:extLst>
              <a:ext uri="{FF2B5EF4-FFF2-40B4-BE49-F238E27FC236}">
                <a16:creationId xmlns:a16="http://schemas.microsoft.com/office/drawing/2014/main" id="{5D747AC0-ED34-498A-85BB-869799ED19D1}"/>
              </a:ext>
            </a:extLst>
          </p:cNvPr>
          <p:cNvCxnSpPr>
            <a:cxnSpLocks noChangeShapeType="1"/>
            <a:stCxn id="148" idx="2"/>
          </p:cNvCxnSpPr>
          <p:nvPr/>
        </p:nvCxnSpPr>
        <p:spPr bwMode="auto">
          <a:xfrm flipV="1">
            <a:off x="8379116" y="5779167"/>
            <a:ext cx="0" cy="288032"/>
          </a:xfrm>
          <a:prstGeom prst="straightConnector1">
            <a:avLst/>
          </a:prstGeom>
          <a:noFill/>
          <a:ln w="8890">
            <a:solidFill>
              <a:schemeClr val="tx1"/>
            </a:solidFill>
            <a:round/>
            <a:headEnd/>
            <a:tailEnd type="triangle"/>
          </a:ln>
        </p:spPr>
      </p:cxnSp>
      <p:sp>
        <p:nvSpPr>
          <p:cNvPr id="148" name="Arc 147">
            <a:extLst>
              <a:ext uri="{FF2B5EF4-FFF2-40B4-BE49-F238E27FC236}">
                <a16:creationId xmlns:a16="http://schemas.microsoft.com/office/drawing/2014/main" id="{4EFF775C-7E7B-4E7C-B649-2DDF4D33B6FE}"/>
              </a:ext>
            </a:extLst>
          </p:cNvPr>
          <p:cNvSpPr/>
          <p:nvPr/>
        </p:nvSpPr>
        <p:spPr>
          <a:xfrm rot="10800000">
            <a:off x="8379116" y="599519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cxnSp>
        <p:nvCxnSpPr>
          <p:cNvPr id="149" name="AutoShape 47">
            <a:extLst>
              <a:ext uri="{FF2B5EF4-FFF2-40B4-BE49-F238E27FC236}">
                <a16:creationId xmlns:a16="http://schemas.microsoft.com/office/drawing/2014/main" id="{13C880B9-276D-466F-83FB-1FDA60F1DF98}"/>
              </a:ext>
            </a:extLst>
          </p:cNvPr>
          <p:cNvCxnSpPr>
            <a:cxnSpLocks noChangeShapeType="1"/>
            <a:endCxn id="150" idx="0"/>
          </p:cNvCxnSpPr>
          <p:nvPr/>
        </p:nvCxnSpPr>
        <p:spPr bwMode="auto">
          <a:xfrm>
            <a:off x="9387228" y="5779167"/>
            <a:ext cx="0" cy="288032"/>
          </a:xfrm>
          <a:prstGeom prst="straightConnector1">
            <a:avLst/>
          </a:prstGeom>
          <a:noFill/>
          <a:ln w="8890">
            <a:solidFill>
              <a:schemeClr val="tx1"/>
            </a:solidFill>
            <a:round/>
            <a:headEnd/>
            <a:tailEnd type="none"/>
          </a:ln>
        </p:spPr>
      </p:cxnSp>
      <p:sp>
        <p:nvSpPr>
          <p:cNvPr id="150" name="Arc 149">
            <a:extLst>
              <a:ext uri="{FF2B5EF4-FFF2-40B4-BE49-F238E27FC236}">
                <a16:creationId xmlns:a16="http://schemas.microsoft.com/office/drawing/2014/main" id="{C2D14603-55F7-4D99-A335-96341940A06C}"/>
              </a:ext>
            </a:extLst>
          </p:cNvPr>
          <p:cNvSpPr/>
          <p:nvPr/>
        </p:nvSpPr>
        <p:spPr>
          <a:xfrm rot="5400000">
            <a:off x="9243212" y="599519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51" name="AutoShape 116">
            <a:extLst>
              <a:ext uri="{FF2B5EF4-FFF2-40B4-BE49-F238E27FC236}">
                <a16:creationId xmlns:a16="http://schemas.microsoft.com/office/drawing/2014/main" id="{576BD516-336D-4D51-87E2-AB08D6BA8A56}"/>
              </a:ext>
            </a:extLst>
          </p:cNvPr>
          <p:cNvCxnSpPr>
            <a:cxnSpLocks noChangeShapeType="1"/>
            <a:stCxn id="150" idx="2"/>
          </p:cNvCxnSpPr>
          <p:nvPr/>
        </p:nvCxnSpPr>
        <p:spPr bwMode="auto">
          <a:xfrm flipH="1">
            <a:off x="9027188" y="6139207"/>
            <a:ext cx="288032" cy="0"/>
          </a:xfrm>
          <a:prstGeom prst="straightConnector1">
            <a:avLst/>
          </a:prstGeom>
          <a:noFill/>
          <a:ln w="8890">
            <a:solidFill>
              <a:schemeClr val="tx1"/>
            </a:solidFill>
            <a:round/>
            <a:headEnd type="none" w="med" len="med"/>
            <a:tailEnd type="triangle"/>
          </a:ln>
        </p:spPr>
      </p:cxnSp>
      <p:cxnSp>
        <p:nvCxnSpPr>
          <p:cNvPr id="152" name="AutoShape 65">
            <a:extLst>
              <a:ext uri="{FF2B5EF4-FFF2-40B4-BE49-F238E27FC236}">
                <a16:creationId xmlns:a16="http://schemas.microsoft.com/office/drawing/2014/main" id="{C4961A4B-ACB1-40C1-8EDA-9BE0CA721B7D}"/>
              </a:ext>
            </a:extLst>
          </p:cNvPr>
          <p:cNvCxnSpPr>
            <a:cxnSpLocks noChangeShapeType="1"/>
            <a:stCxn id="154" idx="0"/>
          </p:cNvCxnSpPr>
          <p:nvPr/>
        </p:nvCxnSpPr>
        <p:spPr bwMode="auto">
          <a:xfrm>
            <a:off x="6938956" y="5347119"/>
            <a:ext cx="0" cy="288032"/>
          </a:xfrm>
          <a:prstGeom prst="straightConnector1">
            <a:avLst/>
          </a:prstGeom>
          <a:noFill/>
          <a:ln w="8890">
            <a:solidFill>
              <a:schemeClr val="tx1"/>
            </a:solidFill>
            <a:round/>
            <a:headEnd/>
            <a:tailEnd type="triangle"/>
          </a:ln>
        </p:spPr>
      </p:cxnSp>
      <p:cxnSp>
        <p:nvCxnSpPr>
          <p:cNvPr id="153" name="AutoShape 66">
            <a:extLst>
              <a:ext uri="{FF2B5EF4-FFF2-40B4-BE49-F238E27FC236}">
                <a16:creationId xmlns:a16="http://schemas.microsoft.com/office/drawing/2014/main" id="{52E85BA9-3773-42B3-9E2C-A933A3895B8E}"/>
              </a:ext>
            </a:extLst>
          </p:cNvPr>
          <p:cNvCxnSpPr>
            <a:cxnSpLocks noChangeShapeType="1"/>
            <a:endCxn id="154" idx="2"/>
          </p:cNvCxnSpPr>
          <p:nvPr/>
        </p:nvCxnSpPr>
        <p:spPr bwMode="auto">
          <a:xfrm flipH="1">
            <a:off x="7010964" y="5275111"/>
            <a:ext cx="360040" cy="0"/>
          </a:xfrm>
          <a:prstGeom prst="straightConnector1">
            <a:avLst/>
          </a:prstGeom>
          <a:noFill/>
          <a:ln w="8890">
            <a:solidFill>
              <a:schemeClr val="tx1"/>
            </a:solidFill>
            <a:round/>
            <a:headEnd type="none" w="med" len="med"/>
            <a:tailEnd type="none"/>
          </a:ln>
        </p:spPr>
      </p:cxnSp>
      <p:sp>
        <p:nvSpPr>
          <p:cNvPr id="154" name="Arc 153">
            <a:extLst>
              <a:ext uri="{FF2B5EF4-FFF2-40B4-BE49-F238E27FC236}">
                <a16:creationId xmlns:a16="http://schemas.microsoft.com/office/drawing/2014/main" id="{110F0245-8144-43A1-B13A-40F039D80B4F}"/>
              </a:ext>
            </a:extLst>
          </p:cNvPr>
          <p:cNvSpPr/>
          <p:nvPr/>
        </p:nvSpPr>
        <p:spPr>
          <a:xfrm rot="16200000">
            <a:off x="6938956" y="527511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55" name="AutoShape 46">
            <a:extLst>
              <a:ext uri="{FF2B5EF4-FFF2-40B4-BE49-F238E27FC236}">
                <a16:creationId xmlns:a16="http://schemas.microsoft.com/office/drawing/2014/main" id="{E719E3CA-9BF8-4F0A-8FEC-8AE28772291E}"/>
              </a:ext>
            </a:extLst>
          </p:cNvPr>
          <p:cNvCxnSpPr>
            <a:cxnSpLocks noChangeShapeType="1"/>
            <a:stCxn id="157" idx="0"/>
          </p:cNvCxnSpPr>
          <p:nvPr/>
        </p:nvCxnSpPr>
        <p:spPr bwMode="auto">
          <a:xfrm>
            <a:off x="7010964" y="6139207"/>
            <a:ext cx="360040" cy="0"/>
          </a:xfrm>
          <a:prstGeom prst="straightConnector1">
            <a:avLst/>
          </a:prstGeom>
          <a:noFill/>
          <a:ln w="8890">
            <a:solidFill>
              <a:schemeClr val="tx1"/>
            </a:solidFill>
            <a:round/>
            <a:headEnd type="none" w="med" len="med"/>
            <a:tailEnd type="triangle"/>
          </a:ln>
        </p:spPr>
      </p:cxnSp>
      <p:cxnSp>
        <p:nvCxnSpPr>
          <p:cNvPr id="156" name="AutoShape 47">
            <a:extLst>
              <a:ext uri="{FF2B5EF4-FFF2-40B4-BE49-F238E27FC236}">
                <a16:creationId xmlns:a16="http://schemas.microsoft.com/office/drawing/2014/main" id="{7DC6394D-599B-434F-8A63-1C65F99A3800}"/>
              </a:ext>
            </a:extLst>
          </p:cNvPr>
          <p:cNvCxnSpPr>
            <a:cxnSpLocks noChangeShapeType="1"/>
            <a:endCxn id="157" idx="2"/>
          </p:cNvCxnSpPr>
          <p:nvPr/>
        </p:nvCxnSpPr>
        <p:spPr bwMode="auto">
          <a:xfrm>
            <a:off x="6938956" y="5779167"/>
            <a:ext cx="0" cy="288032"/>
          </a:xfrm>
          <a:prstGeom prst="straightConnector1">
            <a:avLst/>
          </a:prstGeom>
          <a:noFill/>
          <a:ln w="8890">
            <a:solidFill>
              <a:schemeClr val="tx1"/>
            </a:solidFill>
            <a:round/>
            <a:headEnd/>
            <a:tailEnd type="none"/>
          </a:ln>
        </p:spPr>
      </p:cxnSp>
      <p:sp>
        <p:nvSpPr>
          <p:cNvPr id="157" name="Arc 156">
            <a:extLst>
              <a:ext uri="{FF2B5EF4-FFF2-40B4-BE49-F238E27FC236}">
                <a16:creationId xmlns:a16="http://schemas.microsoft.com/office/drawing/2014/main" id="{4C045B0E-249C-4EB2-A676-ACC97ADFE221}"/>
              </a:ext>
            </a:extLst>
          </p:cNvPr>
          <p:cNvSpPr/>
          <p:nvPr/>
        </p:nvSpPr>
        <p:spPr>
          <a:xfrm rot="10800000">
            <a:off x="6938956" y="599519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cxnSp>
        <p:nvCxnSpPr>
          <p:cNvPr id="158" name="AutoShape 47">
            <a:extLst>
              <a:ext uri="{FF2B5EF4-FFF2-40B4-BE49-F238E27FC236}">
                <a16:creationId xmlns:a16="http://schemas.microsoft.com/office/drawing/2014/main" id="{A481BF11-2195-422B-855A-CB358EC76F72}"/>
              </a:ext>
            </a:extLst>
          </p:cNvPr>
          <p:cNvCxnSpPr>
            <a:cxnSpLocks noChangeShapeType="1"/>
            <a:stCxn id="159" idx="0"/>
          </p:cNvCxnSpPr>
          <p:nvPr/>
        </p:nvCxnSpPr>
        <p:spPr bwMode="auto">
          <a:xfrm flipV="1">
            <a:off x="7947068" y="5779167"/>
            <a:ext cx="0" cy="288032"/>
          </a:xfrm>
          <a:prstGeom prst="straightConnector1">
            <a:avLst/>
          </a:prstGeom>
          <a:noFill/>
          <a:ln w="8890">
            <a:solidFill>
              <a:schemeClr val="tx1"/>
            </a:solidFill>
            <a:round/>
            <a:headEnd/>
            <a:tailEnd type="triangle"/>
          </a:ln>
        </p:spPr>
      </p:cxnSp>
      <p:sp>
        <p:nvSpPr>
          <p:cNvPr id="159" name="Arc 158">
            <a:extLst>
              <a:ext uri="{FF2B5EF4-FFF2-40B4-BE49-F238E27FC236}">
                <a16:creationId xmlns:a16="http://schemas.microsoft.com/office/drawing/2014/main" id="{12CA14C7-D581-45E5-AE92-1F53DF486178}"/>
              </a:ext>
            </a:extLst>
          </p:cNvPr>
          <p:cNvSpPr/>
          <p:nvPr/>
        </p:nvSpPr>
        <p:spPr>
          <a:xfrm rot="5400000">
            <a:off x="7803052" y="599519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60" name="AutoShape 116">
            <a:extLst>
              <a:ext uri="{FF2B5EF4-FFF2-40B4-BE49-F238E27FC236}">
                <a16:creationId xmlns:a16="http://schemas.microsoft.com/office/drawing/2014/main" id="{F38A4880-69EB-4C32-B5F0-184F2CC58923}"/>
              </a:ext>
            </a:extLst>
          </p:cNvPr>
          <p:cNvCxnSpPr>
            <a:cxnSpLocks noChangeShapeType="1"/>
            <a:endCxn id="159" idx="2"/>
          </p:cNvCxnSpPr>
          <p:nvPr/>
        </p:nvCxnSpPr>
        <p:spPr bwMode="auto">
          <a:xfrm>
            <a:off x="7515020" y="6139207"/>
            <a:ext cx="360040" cy="0"/>
          </a:xfrm>
          <a:prstGeom prst="straightConnector1">
            <a:avLst/>
          </a:prstGeom>
          <a:noFill/>
          <a:ln w="8890">
            <a:solidFill>
              <a:schemeClr val="tx1"/>
            </a:solidFill>
            <a:round/>
            <a:headEnd type="none" w="med" len="med"/>
            <a:tailEnd/>
          </a:ln>
        </p:spPr>
      </p:cxnSp>
      <p:sp>
        <p:nvSpPr>
          <p:cNvPr id="161" name="Arc 160">
            <a:extLst>
              <a:ext uri="{FF2B5EF4-FFF2-40B4-BE49-F238E27FC236}">
                <a16:creationId xmlns:a16="http://schemas.microsoft.com/office/drawing/2014/main" id="{93D98250-12A3-440C-AFC6-11F5AEB1439F}"/>
              </a:ext>
            </a:extLst>
          </p:cNvPr>
          <p:cNvSpPr/>
          <p:nvPr/>
        </p:nvSpPr>
        <p:spPr>
          <a:xfrm>
            <a:off x="9243212" y="527511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62" name="AutoShape 65">
            <a:extLst>
              <a:ext uri="{FF2B5EF4-FFF2-40B4-BE49-F238E27FC236}">
                <a16:creationId xmlns:a16="http://schemas.microsoft.com/office/drawing/2014/main" id="{789C6067-5D43-4399-812C-0D173E88C67C}"/>
              </a:ext>
            </a:extLst>
          </p:cNvPr>
          <p:cNvCxnSpPr>
            <a:cxnSpLocks noChangeShapeType="1"/>
            <a:stCxn id="161" idx="2"/>
          </p:cNvCxnSpPr>
          <p:nvPr/>
        </p:nvCxnSpPr>
        <p:spPr bwMode="auto">
          <a:xfrm>
            <a:off x="9387228" y="5347119"/>
            <a:ext cx="0" cy="288032"/>
          </a:xfrm>
          <a:prstGeom prst="straightConnector1">
            <a:avLst/>
          </a:prstGeom>
          <a:noFill/>
          <a:ln w="8890">
            <a:solidFill>
              <a:schemeClr val="tx1"/>
            </a:solidFill>
            <a:round/>
            <a:headEnd/>
            <a:tailEnd type="triangle"/>
          </a:ln>
        </p:spPr>
      </p:cxnSp>
      <p:cxnSp>
        <p:nvCxnSpPr>
          <p:cNvPr id="163" name="AutoShape 116">
            <a:extLst>
              <a:ext uri="{FF2B5EF4-FFF2-40B4-BE49-F238E27FC236}">
                <a16:creationId xmlns:a16="http://schemas.microsoft.com/office/drawing/2014/main" id="{8632DF3F-D963-4068-B782-1270A77586B9}"/>
              </a:ext>
            </a:extLst>
          </p:cNvPr>
          <p:cNvCxnSpPr>
            <a:cxnSpLocks noChangeShapeType="1"/>
            <a:endCxn id="161" idx="0"/>
          </p:cNvCxnSpPr>
          <p:nvPr/>
        </p:nvCxnSpPr>
        <p:spPr bwMode="auto">
          <a:xfrm>
            <a:off x="8955180" y="5275111"/>
            <a:ext cx="360040" cy="0"/>
          </a:xfrm>
          <a:prstGeom prst="straightConnector1">
            <a:avLst/>
          </a:prstGeom>
          <a:noFill/>
          <a:ln w="8890">
            <a:solidFill>
              <a:schemeClr val="tx1"/>
            </a:solidFill>
            <a:round/>
            <a:headEnd type="none" w="med" len="med"/>
            <a:tailEnd/>
          </a:ln>
        </p:spPr>
      </p:cxnSp>
      <p:cxnSp>
        <p:nvCxnSpPr>
          <p:cNvPr id="164" name="AutoShape 65">
            <a:extLst>
              <a:ext uri="{FF2B5EF4-FFF2-40B4-BE49-F238E27FC236}">
                <a16:creationId xmlns:a16="http://schemas.microsoft.com/office/drawing/2014/main" id="{EC574035-9913-4B2B-AAEE-4D696F3B721A}"/>
              </a:ext>
            </a:extLst>
          </p:cNvPr>
          <p:cNvCxnSpPr>
            <a:cxnSpLocks noChangeShapeType="1"/>
            <a:stCxn id="166" idx="0"/>
            <a:endCxn id="30" idx="0"/>
          </p:cNvCxnSpPr>
          <p:nvPr/>
        </p:nvCxnSpPr>
        <p:spPr bwMode="auto">
          <a:xfrm flipH="1">
            <a:off x="1682148" y="2682823"/>
            <a:ext cx="223" cy="576659"/>
          </a:xfrm>
          <a:prstGeom prst="straightConnector1">
            <a:avLst/>
          </a:prstGeom>
          <a:noFill/>
          <a:ln w="8890">
            <a:solidFill>
              <a:schemeClr val="tx1"/>
            </a:solidFill>
            <a:round/>
            <a:headEnd/>
            <a:tailEnd type="triangle"/>
          </a:ln>
        </p:spPr>
      </p:cxnSp>
      <p:cxnSp>
        <p:nvCxnSpPr>
          <p:cNvPr id="165" name="AutoShape 66">
            <a:extLst>
              <a:ext uri="{FF2B5EF4-FFF2-40B4-BE49-F238E27FC236}">
                <a16:creationId xmlns:a16="http://schemas.microsoft.com/office/drawing/2014/main" id="{96800DE9-5967-4639-ADD3-C3FF463458EA}"/>
              </a:ext>
            </a:extLst>
          </p:cNvPr>
          <p:cNvCxnSpPr>
            <a:cxnSpLocks noChangeShapeType="1"/>
            <a:stCxn id="5" idx="1"/>
            <a:endCxn id="166" idx="2"/>
          </p:cNvCxnSpPr>
          <p:nvPr/>
        </p:nvCxnSpPr>
        <p:spPr bwMode="auto">
          <a:xfrm flipH="1" flipV="1">
            <a:off x="1754379" y="2610815"/>
            <a:ext cx="287899" cy="12"/>
          </a:xfrm>
          <a:prstGeom prst="straightConnector1">
            <a:avLst/>
          </a:prstGeom>
          <a:noFill/>
          <a:ln w="8890">
            <a:solidFill>
              <a:schemeClr val="tx1"/>
            </a:solidFill>
            <a:round/>
            <a:headEnd type="none" w="med" len="med"/>
            <a:tailEnd type="none"/>
          </a:ln>
        </p:spPr>
      </p:cxnSp>
      <p:sp>
        <p:nvSpPr>
          <p:cNvPr id="166" name="Arc 165">
            <a:extLst>
              <a:ext uri="{FF2B5EF4-FFF2-40B4-BE49-F238E27FC236}">
                <a16:creationId xmlns:a16="http://schemas.microsoft.com/office/drawing/2014/main" id="{CB8451D8-901A-4BE9-8316-C54D1F8AC37F}"/>
              </a:ext>
            </a:extLst>
          </p:cNvPr>
          <p:cNvSpPr/>
          <p:nvPr/>
        </p:nvSpPr>
        <p:spPr>
          <a:xfrm rot="16200000">
            <a:off x="1682371" y="2610815"/>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67" name="AutoShape 46">
            <a:extLst>
              <a:ext uri="{FF2B5EF4-FFF2-40B4-BE49-F238E27FC236}">
                <a16:creationId xmlns:a16="http://schemas.microsoft.com/office/drawing/2014/main" id="{A54536DA-C731-4CAE-919B-9CB15EBF1350}"/>
              </a:ext>
            </a:extLst>
          </p:cNvPr>
          <p:cNvCxnSpPr>
            <a:cxnSpLocks noChangeShapeType="1"/>
            <a:stCxn id="169" idx="0"/>
            <a:endCxn id="3" idx="1"/>
          </p:cNvCxnSpPr>
          <p:nvPr/>
        </p:nvCxnSpPr>
        <p:spPr bwMode="auto">
          <a:xfrm>
            <a:off x="1754379" y="3978967"/>
            <a:ext cx="288081" cy="124"/>
          </a:xfrm>
          <a:prstGeom prst="straightConnector1">
            <a:avLst/>
          </a:prstGeom>
          <a:noFill/>
          <a:ln w="8890">
            <a:solidFill>
              <a:schemeClr val="tx1"/>
            </a:solidFill>
            <a:round/>
            <a:headEnd type="none" w="med" len="med"/>
            <a:tailEnd type="triangle"/>
          </a:ln>
        </p:spPr>
      </p:cxnSp>
      <p:cxnSp>
        <p:nvCxnSpPr>
          <p:cNvPr id="168" name="AutoShape 47">
            <a:extLst>
              <a:ext uri="{FF2B5EF4-FFF2-40B4-BE49-F238E27FC236}">
                <a16:creationId xmlns:a16="http://schemas.microsoft.com/office/drawing/2014/main" id="{EBF7DD4D-6EBC-40F2-9401-E89C0A43A30C}"/>
              </a:ext>
            </a:extLst>
          </p:cNvPr>
          <p:cNvCxnSpPr>
            <a:cxnSpLocks noChangeShapeType="1"/>
            <a:stCxn id="30" idx="4"/>
            <a:endCxn id="169" idx="2"/>
          </p:cNvCxnSpPr>
          <p:nvPr/>
        </p:nvCxnSpPr>
        <p:spPr bwMode="auto">
          <a:xfrm>
            <a:off x="1682148" y="3403945"/>
            <a:ext cx="223" cy="503014"/>
          </a:xfrm>
          <a:prstGeom prst="straightConnector1">
            <a:avLst/>
          </a:prstGeom>
          <a:noFill/>
          <a:ln w="8890">
            <a:solidFill>
              <a:schemeClr val="tx1"/>
            </a:solidFill>
            <a:round/>
            <a:headEnd/>
            <a:tailEnd type="none"/>
          </a:ln>
        </p:spPr>
      </p:cxnSp>
      <p:sp>
        <p:nvSpPr>
          <p:cNvPr id="169" name="Arc 168">
            <a:extLst>
              <a:ext uri="{FF2B5EF4-FFF2-40B4-BE49-F238E27FC236}">
                <a16:creationId xmlns:a16="http://schemas.microsoft.com/office/drawing/2014/main" id="{A474E4ED-4E16-4322-BCAB-284F58E10706}"/>
              </a:ext>
            </a:extLst>
          </p:cNvPr>
          <p:cNvSpPr/>
          <p:nvPr/>
        </p:nvSpPr>
        <p:spPr>
          <a:xfrm rot="10800000">
            <a:off x="1682371" y="383495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Tree>
    <p:extLst>
      <p:ext uri="{BB962C8B-B14F-4D97-AF65-F5344CB8AC3E}">
        <p14:creationId xmlns:p14="http://schemas.microsoft.com/office/powerpoint/2010/main" val="3602749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C09DD-7BE8-4E04-8052-8F40267E2620}"/>
              </a:ext>
            </a:extLst>
          </p:cNvPr>
          <p:cNvSpPr>
            <a:spLocks noGrp="1"/>
          </p:cNvSpPr>
          <p:nvPr>
            <p:ph type="title"/>
          </p:nvPr>
        </p:nvSpPr>
        <p:spPr/>
        <p:txBody>
          <a:bodyPr/>
          <a:lstStyle/>
          <a:p>
            <a:r>
              <a:rPr lang="en-US" dirty="0"/>
              <a:t>How to use the Template</a:t>
            </a:r>
          </a:p>
        </p:txBody>
      </p:sp>
      <p:pic>
        <p:nvPicPr>
          <p:cNvPr id="3" name="Picture 2">
            <a:extLst>
              <a:ext uri="{FF2B5EF4-FFF2-40B4-BE49-F238E27FC236}">
                <a16:creationId xmlns:a16="http://schemas.microsoft.com/office/drawing/2014/main" id="{FDAFA2E0-B24E-43A4-AF09-FD71D7AB9E7D}"/>
              </a:ext>
            </a:extLst>
          </p:cNvPr>
          <p:cNvPicPr>
            <a:picLocks noChangeAspect="1"/>
          </p:cNvPicPr>
          <p:nvPr/>
        </p:nvPicPr>
        <p:blipFill>
          <a:blip r:embed="rId2"/>
          <a:stretch>
            <a:fillRect/>
          </a:stretch>
        </p:blipFill>
        <p:spPr>
          <a:xfrm>
            <a:off x="4263817" y="1268760"/>
            <a:ext cx="2180391" cy="1872208"/>
          </a:xfrm>
          <a:prstGeom prst="rect">
            <a:avLst/>
          </a:prstGeom>
        </p:spPr>
      </p:pic>
      <p:pic>
        <p:nvPicPr>
          <p:cNvPr id="4" name="Picture 3">
            <a:extLst>
              <a:ext uri="{FF2B5EF4-FFF2-40B4-BE49-F238E27FC236}">
                <a16:creationId xmlns:a16="http://schemas.microsoft.com/office/drawing/2014/main" id="{A6173D9E-1918-4744-A906-1160C5468BD7}"/>
              </a:ext>
            </a:extLst>
          </p:cNvPr>
          <p:cNvPicPr>
            <a:picLocks noChangeAspect="1"/>
          </p:cNvPicPr>
          <p:nvPr/>
        </p:nvPicPr>
        <p:blipFill>
          <a:blip r:embed="rId3"/>
          <a:stretch>
            <a:fillRect/>
          </a:stretch>
        </p:blipFill>
        <p:spPr>
          <a:xfrm>
            <a:off x="591408" y="1268760"/>
            <a:ext cx="2836679" cy="1872208"/>
          </a:xfrm>
          <a:prstGeom prst="rect">
            <a:avLst/>
          </a:prstGeom>
        </p:spPr>
      </p:pic>
      <p:sp>
        <p:nvSpPr>
          <p:cNvPr id="5" name="Arrow: Right 4">
            <a:extLst>
              <a:ext uri="{FF2B5EF4-FFF2-40B4-BE49-F238E27FC236}">
                <a16:creationId xmlns:a16="http://schemas.microsoft.com/office/drawing/2014/main" id="{3D868599-7713-44F2-9A48-57FA081B6D23}"/>
              </a:ext>
            </a:extLst>
          </p:cNvPr>
          <p:cNvSpPr/>
          <p:nvPr/>
        </p:nvSpPr>
        <p:spPr bwMode="gray">
          <a:xfrm>
            <a:off x="3975786" y="1700808"/>
            <a:ext cx="288032" cy="144016"/>
          </a:xfrm>
          <a:prstGeom prst="right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Arrow: Right 5">
            <a:extLst>
              <a:ext uri="{FF2B5EF4-FFF2-40B4-BE49-F238E27FC236}">
                <a16:creationId xmlns:a16="http://schemas.microsoft.com/office/drawing/2014/main" id="{F8048CA7-D6C2-4663-92C1-2D472E96D6CD}"/>
              </a:ext>
            </a:extLst>
          </p:cNvPr>
          <p:cNvSpPr/>
          <p:nvPr/>
        </p:nvSpPr>
        <p:spPr bwMode="gray">
          <a:xfrm>
            <a:off x="3975786" y="2060848"/>
            <a:ext cx="288032" cy="144016"/>
          </a:xfrm>
          <a:prstGeom prst="right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Arrow: Right 6">
            <a:extLst>
              <a:ext uri="{FF2B5EF4-FFF2-40B4-BE49-F238E27FC236}">
                <a16:creationId xmlns:a16="http://schemas.microsoft.com/office/drawing/2014/main" id="{F109C749-3546-4C6C-AF68-DB0B543A0F9D}"/>
              </a:ext>
            </a:extLst>
          </p:cNvPr>
          <p:cNvSpPr/>
          <p:nvPr/>
        </p:nvSpPr>
        <p:spPr bwMode="gray">
          <a:xfrm>
            <a:off x="3975786" y="2204864"/>
            <a:ext cx="288032" cy="144016"/>
          </a:xfrm>
          <a:prstGeom prst="right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Arrow: Right 7">
            <a:extLst>
              <a:ext uri="{FF2B5EF4-FFF2-40B4-BE49-F238E27FC236}">
                <a16:creationId xmlns:a16="http://schemas.microsoft.com/office/drawing/2014/main" id="{17F7CCD7-8514-4274-A896-6D84CE2CAC60}"/>
              </a:ext>
            </a:extLst>
          </p:cNvPr>
          <p:cNvSpPr/>
          <p:nvPr/>
        </p:nvSpPr>
        <p:spPr bwMode="gray">
          <a:xfrm>
            <a:off x="3471729" y="1340768"/>
            <a:ext cx="792088" cy="216024"/>
          </a:xfrm>
          <a:prstGeom prst="rightArrow">
            <a:avLst/>
          </a:prstGeom>
          <a:solidFill>
            <a:srgbClr val="F078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Text Placeholder 10">
            <a:extLst>
              <a:ext uri="{FF2B5EF4-FFF2-40B4-BE49-F238E27FC236}">
                <a16:creationId xmlns:a16="http://schemas.microsoft.com/office/drawing/2014/main" id="{343F7865-C374-434F-A4FC-1AFEB36522F1}"/>
              </a:ext>
            </a:extLst>
          </p:cNvPr>
          <p:cNvSpPr txBox="1">
            <a:spLocks/>
          </p:cNvSpPr>
          <p:nvPr/>
        </p:nvSpPr>
        <p:spPr>
          <a:xfrm>
            <a:off x="323851" y="3284983"/>
            <a:ext cx="11366626" cy="2863149"/>
          </a:xfrm>
          <a:prstGeom prst="rect">
            <a:avLst/>
          </a:prstGeom>
        </p:spPr>
        <p:txBody>
          <a:bodyPr/>
          <a:lstStyle>
            <a:lvl1pPr marL="0" indent="0" algn="l" defTabSz="816201" rtl="0" eaLnBrk="1" latinLnBrk="0" hangingPunct="1">
              <a:spcBef>
                <a:spcPts val="1350"/>
              </a:spcBef>
              <a:buClr>
                <a:schemeClr val="accent1"/>
              </a:buClr>
              <a:buSzPct val="80000"/>
              <a:buFontTx/>
              <a:buNone/>
              <a:defRPr sz="2000" b="0" kern="1200">
                <a:solidFill>
                  <a:schemeClr val="tx1"/>
                </a:solidFill>
                <a:latin typeface="+mn-lt"/>
                <a:ea typeface="+mn-ea"/>
                <a:cs typeface="+mn-cs"/>
              </a:defRPr>
            </a:lvl1pPr>
            <a:lvl2pPr marL="180000" indent="-180000" algn="l" defTabSz="816201" rtl="0" eaLnBrk="1" latinLnBrk="0" hangingPunct="1">
              <a:spcBef>
                <a:spcPts val="45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816201" rtl="0" eaLnBrk="1" latinLnBrk="0" hangingPunct="1">
              <a:spcBef>
                <a:spcPts val="225"/>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40000" indent="-180000" algn="l" defTabSz="816201" rtl="0" eaLnBrk="1" latinLnBrk="0" hangingPunct="1">
              <a:spcBef>
                <a:spcPts val="225"/>
              </a:spcBef>
              <a:buClr>
                <a:schemeClr val="tx1"/>
              </a:buClr>
              <a:buSzPct val="120000"/>
              <a:buFont typeface="Arial" pitchFamily="34" charset="0"/>
              <a:buChar char="▫"/>
              <a:defRPr sz="1600" kern="1200">
                <a:solidFill>
                  <a:schemeClr val="tx1"/>
                </a:solidFill>
                <a:latin typeface="+mn-lt"/>
                <a:ea typeface="+mn-ea"/>
                <a:cs typeface="+mn-cs"/>
              </a:defRPr>
            </a:lvl4pPr>
            <a:lvl5pPr marL="720000" indent="-180000" algn="l" defTabSz="816201" rtl="0" eaLnBrk="1" latinLnBrk="0" hangingPunct="1">
              <a:spcBef>
                <a:spcPts val="75"/>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244553" indent="-204051" algn="l" defTabSz="816201"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52653" indent="-204051" algn="l" defTabSz="816201"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60753" indent="-204051" algn="l" defTabSz="816201"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68854" indent="-204051" algn="l" defTabSz="816201"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en-US" sz="1300" dirty="0"/>
              <a:t>The following slides are intended to be used as copy templates. Select and copy the diagram elements you need to create your own TAM diagrams.</a:t>
            </a:r>
          </a:p>
          <a:p>
            <a:r>
              <a:rPr lang="en-US" sz="1300" dirty="0"/>
              <a:t>The grid of PowerPoint makes it much easier to align diagram elements, adjust size, etc. to harmonize the layout of your diagrams. To activate the grid, open the “</a:t>
            </a:r>
            <a:r>
              <a:rPr lang="en-US" sz="1300" b="1" dirty="0"/>
              <a:t>Grid and Guides</a:t>
            </a:r>
            <a:r>
              <a:rPr lang="en-US" sz="1300" dirty="0"/>
              <a:t>” dialogue, activate “</a:t>
            </a:r>
            <a:r>
              <a:rPr lang="en-US" sz="1300" b="1" dirty="0"/>
              <a:t>Snap objects to grid</a:t>
            </a:r>
            <a:r>
              <a:rPr lang="en-US" sz="1300" dirty="0"/>
              <a:t>” and </a:t>
            </a:r>
            <a:r>
              <a:rPr lang="en-US" sz="1300" b="1" dirty="0"/>
              <a:t>“Display grid</a:t>
            </a:r>
            <a:r>
              <a:rPr lang="en-US" sz="1300" dirty="0"/>
              <a:t>”. This copy template is designed for grid spacing of 5 grids per cm, i.e. 2mm spacing.</a:t>
            </a:r>
          </a:p>
          <a:p>
            <a:r>
              <a:rPr lang="en-US" sz="1300" dirty="0"/>
              <a:t>Use even numbers of grid spaces, e.g. 4, 8, 16 when (re-)sizing height and width of new diagram elements.</a:t>
            </a:r>
          </a:p>
          <a:p>
            <a:r>
              <a:rPr lang="en-US" sz="1300" dirty="0"/>
              <a:t>Benefit from being familiar with the connector and anchor points concept of PowerPoint. E.g. you will be able to move nodes like agents and storages without reconnecting all read/write arcs.</a:t>
            </a:r>
          </a:p>
          <a:p>
            <a:r>
              <a:rPr lang="en-US" sz="1300" dirty="0"/>
              <a:t>PowerPoint does not support rectangular connectors with rounded corners – connectors linked with small arcs provide a workaround. While cumbersome to create from scratch, the slides provide the most typical line patterns. Easily adjust the patterns by selecting one or multiple corners and moving them with the cursor keys to the right positions. Don’t forget to connect the end connection points with the corresponding diagram nodes.</a:t>
            </a:r>
          </a:p>
        </p:txBody>
      </p:sp>
      <p:grpSp>
        <p:nvGrpSpPr>
          <p:cNvPr id="10" name="Group 53">
            <a:extLst>
              <a:ext uri="{FF2B5EF4-FFF2-40B4-BE49-F238E27FC236}">
                <a16:creationId xmlns:a16="http://schemas.microsoft.com/office/drawing/2014/main" id="{BBF1013F-20A3-49D6-B5D5-5BB020CD1A3D}"/>
              </a:ext>
            </a:extLst>
          </p:cNvPr>
          <p:cNvGrpSpPr>
            <a:grpSpLocks/>
          </p:cNvGrpSpPr>
          <p:nvPr/>
        </p:nvGrpSpPr>
        <p:grpSpPr bwMode="auto">
          <a:xfrm>
            <a:off x="7675325" y="1268760"/>
            <a:ext cx="144463" cy="288925"/>
            <a:chOff x="5679440" y="1524000"/>
            <a:chExt cx="144000" cy="289257"/>
          </a:xfrm>
        </p:grpSpPr>
        <p:sp>
          <p:nvSpPr>
            <p:cNvPr id="11" name="Oval 47">
              <a:extLst>
                <a:ext uri="{FF2B5EF4-FFF2-40B4-BE49-F238E27FC236}">
                  <a16:creationId xmlns:a16="http://schemas.microsoft.com/office/drawing/2014/main" id="{67A4C0BA-3A58-4586-8375-5D84EAA6923E}"/>
                </a:ext>
              </a:extLst>
            </p:cNvPr>
            <p:cNvSpPr>
              <a:spLocks noChangeArrowheads="1"/>
            </p:cNvSpPr>
            <p:nvPr/>
          </p:nvSpPr>
          <p:spPr bwMode="auto">
            <a:xfrm>
              <a:off x="5679440" y="1524000"/>
              <a:ext cx="144000" cy="144000"/>
            </a:xfrm>
            <a:prstGeom prst="ellipse">
              <a:avLst/>
            </a:prstGeom>
            <a:solidFill>
              <a:schemeClr val="tx1"/>
            </a:solidFill>
            <a:ln w="9525" algn="ctr">
              <a:solidFill>
                <a:schemeClr val="tx1"/>
              </a:solidFill>
              <a:round/>
              <a:headEnd/>
              <a:tailEnd/>
            </a:ln>
          </p:spPr>
          <p:txBody>
            <a:bodyPr lIns="90000" tIns="46800" rIns="90000" bIns="46800" anchor="ctr"/>
            <a:lstStyle/>
            <a:p>
              <a:endParaRPr lang="en-US"/>
            </a:p>
          </p:txBody>
        </p:sp>
        <p:cxnSp>
          <p:nvCxnSpPr>
            <p:cNvPr id="12" name="AutoShape 114">
              <a:extLst>
                <a:ext uri="{FF2B5EF4-FFF2-40B4-BE49-F238E27FC236}">
                  <a16:creationId xmlns:a16="http://schemas.microsoft.com/office/drawing/2014/main" id="{283B24F0-09D9-4555-8EEE-3F751EA8FCB0}"/>
                </a:ext>
              </a:extLst>
            </p:cNvPr>
            <p:cNvCxnSpPr>
              <a:cxnSpLocks noChangeShapeType="1"/>
            </p:cNvCxnSpPr>
            <p:nvPr/>
          </p:nvCxnSpPr>
          <p:spPr bwMode="auto">
            <a:xfrm flipV="1">
              <a:off x="5748338" y="1669257"/>
              <a:ext cx="1587" cy="144000"/>
            </a:xfrm>
            <a:prstGeom prst="straightConnector1">
              <a:avLst/>
            </a:prstGeom>
            <a:noFill/>
            <a:ln w="8890">
              <a:solidFill>
                <a:schemeClr val="tx1"/>
              </a:solidFill>
              <a:round/>
              <a:headEnd type="triangle" w="med" len="med"/>
              <a:tailEnd/>
            </a:ln>
          </p:spPr>
        </p:cxnSp>
      </p:grpSp>
      <p:sp>
        <p:nvSpPr>
          <p:cNvPr id="13" name="AutoShape 5">
            <a:extLst>
              <a:ext uri="{FF2B5EF4-FFF2-40B4-BE49-F238E27FC236}">
                <a16:creationId xmlns:a16="http://schemas.microsoft.com/office/drawing/2014/main" id="{BBE6442D-A619-45CF-8208-574F848AA175}"/>
              </a:ext>
            </a:extLst>
          </p:cNvPr>
          <p:cNvSpPr>
            <a:spLocks noChangeArrowheads="1"/>
          </p:cNvSpPr>
          <p:nvPr/>
        </p:nvSpPr>
        <p:spPr bwMode="auto">
          <a:xfrm>
            <a:off x="7236296" y="1556985"/>
            <a:ext cx="1008063" cy="2880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Copy diagram element</a:t>
            </a:r>
          </a:p>
        </p:txBody>
      </p:sp>
      <p:grpSp>
        <p:nvGrpSpPr>
          <p:cNvPr id="14" name="Group 13">
            <a:extLst>
              <a:ext uri="{FF2B5EF4-FFF2-40B4-BE49-F238E27FC236}">
                <a16:creationId xmlns:a16="http://schemas.microsoft.com/office/drawing/2014/main" id="{46584436-A5F9-48DD-A47B-86C92125B44B}"/>
              </a:ext>
            </a:extLst>
          </p:cNvPr>
          <p:cNvGrpSpPr/>
          <p:nvPr/>
        </p:nvGrpSpPr>
        <p:grpSpPr>
          <a:xfrm>
            <a:off x="7596336" y="2709113"/>
            <a:ext cx="288000" cy="360000"/>
            <a:chOff x="2844000" y="5949000"/>
            <a:chExt cx="288000" cy="360000"/>
          </a:xfrm>
        </p:grpSpPr>
        <p:cxnSp>
          <p:nvCxnSpPr>
            <p:cNvPr id="15" name="Straight Connector 14">
              <a:extLst>
                <a:ext uri="{FF2B5EF4-FFF2-40B4-BE49-F238E27FC236}">
                  <a16:creationId xmlns:a16="http://schemas.microsoft.com/office/drawing/2014/main" id="{C16585EE-0CC9-48D0-B3D9-2B3EE934B2EB}"/>
                </a:ext>
              </a:extLst>
            </p:cNvPr>
            <p:cNvCxnSpPr/>
            <p:nvPr/>
          </p:nvCxnSpPr>
          <p:spPr>
            <a:xfrm>
              <a:off x="2844000" y="6093000"/>
              <a:ext cx="288000" cy="0"/>
            </a:xfrm>
            <a:prstGeom prst="line">
              <a:avLst/>
            </a:prstGeom>
            <a:ln w="0">
              <a:noFill/>
            </a:ln>
          </p:spPr>
          <p:style>
            <a:lnRef idx="1">
              <a:schemeClr val="accent1"/>
            </a:lnRef>
            <a:fillRef idx="0">
              <a:schemeClr val="accent1"/>
            </a:fillRef>
            <a:effectRef idx="0">
              <a:schemeClr val="accent1"/>
            </a:effectRef>
            <a:fontRef idx="minor">
              <a:schemeClr val="tx1"/>
            </a:fontRef>
          </p:style>
        </p:cxnSp>
        <p:cxnSp>
          <p:nvCxnSpPr>
            <p:cNvPr id="16" name="AutoShape 114">
              <a:extLst>
                <a:ext uri="{FF2B5EF4-FFF2-40B4-BE49-F238E27FC236}">
                  <a16:creationId xmlns:a16="http://schemas.microsoft.com/office/drawing/2014/main" id="{9DFCA259-E89E-4EC0-986D-34B24D4BBBF8}"/>
                </a:ext>
              </a:extLst>
            </p:cNvPr>
            <p:cNvCxnSpPr>
              <a:cxnSpLocks noChangeShapeType="1"/>
            </p:cNvCxnSpPr>
            <p:nvPr/>
          </p:nvCxnSpPr>
          <p:spPr bwMode="auto">
            <a:xfrm flipV="1">
              <a:off x="2987207" y="5949000"/>
              <a:ext cx="1586" cy="144087"/>
            </a:xfrm>
            <a:prstGeom prst="straightConnector1">
              <a:avLst/>
            </a:prstGeom>
            <a:noFill/>
            <a:ln w="8890">
              <a:solidFill>
                <a:schemeClr val="tx1"/>
              </a:solidFill>
              <a:round/>
              <a:headEnd type="triangle" w="med" len="med"/>
              <a:tailEnd/>
            </a:ln>
          </p:spPr>
        </p:cxnSp>
        <p:sp>
          <p:nvSpPr>
            <p:cNvPr id="17" name="Oval 16">
              <a:extLst>
                <a:ext uri="{FF2B5EF4-FFF2-40B4-BE49-F238E27FC236}">
                  <a16:creationId xmlns:a16="http://schemas.microsoft.com/office/drawing/2014/main" id="{68833A91-9378-44A8-A785-138DA107BF83}"/>
                </a:ext>
              </a:extLst>
            </p:cNvPr>
            <p:cNvSpPr/>
            <p:nvPr/>
          </p:nvSpPr>
          <p:spPr bwMode="gray">
            <a:xfrm>
              <a:off x="2880000" y="6093000"/>
              <a:ext cx="216000" cy="216000"/>
            </a:xfrm>
            <a:prstGeom prst="ellipse">
              <a:avLst/>
            </a:prstGeom>
            <a:solidFill>
              <a:schemeClr val="bg1"/>
            </a:solidFill>
            <a:ln w="17780" algn="ctr">
              <a:solidFill>
                <a:schemeClr val="tx1"/>
              </a:solidFill>
              <a:round/>
              <a:headEnd/>
              <a:tailEnd/>
            </a:ln>
          </p:spPr>
          <p:txBody>
            <a:bodyPr lIns="90000" tIns="46800" rIns="90000" bIns="46800" anchor="ctr"/>
            <a:lstStyle/>
            <a:p>
              <a:endParaRPr lang="de-DE" dirty="0"/>
            </a:p>
          </p:txBody>
        </p:sp>
        <p:sp>
          <p:nvSpPr>
            <p:cNvPr id="18" name="Oval 17">
              <a:extLst>
                <a:ext uri="{FF2B5EF4-FFF2-40B4-BE49-F238E27FC236}">
                  <a16:creationId xmlns:a16="http://schemas.microsoft.com/office/drawing/2014/main" id="{9F5B56C9-66F6-40E8-9261-A8FBC2248D99}"/>
                </a:ext>
              </a:extLst>
            </p:cNvPr>
            <p:cNvSpPr/>
            <p:nvPr/>
          </p:nvSpPr>
          <p:spPr bwMode="gray">
            <a:xfrm>
              <a:off x="2934000" y="6147000"/>
              <a:ext cx="108000" cy="108000"/>
            </a:xfrm>
            <a:prstGeom prst="ellipse">
              <a:avLst/>
            </a:prstGeom>
            <a:solidFill>
              <a:schemeClr val="tx1"/>
            </a:solidFill>
            <a:ln w="17780" algn="ctr">
              <a:noFill/>
              <a:round/>
              <a:headEnd/>
              <a:tailEnd/>
            </a:ln>
          </p:spPr>
          <p:txBody>
            <a:bodyPr lIns="90000" tIns="46800" rIns="90000" bIns="46800" anchor="ctr"/>
            <a:lstStyle/>
            <a:p>
              <a:endParaRPr lang="de-DE" dirty="0"/>
            </a:p>
          </p:txBody>
        </p:sp>
      </p:grpSp>
      <p:sp>
        <p:nvSpPr>
          <p:cNvPr id="19" name="AutoShape 5">
            <a:extLst>
              <a:ext uri="{FF2B5EF4-FFF2-40B4-BE49-F238E27FC236}">
                <a16:creationId xmlns:a16="http://schemas.microsoft.com/office/drawing/2014/main" id="{AE8D24BB-5D24-4640-BA1E-4A64A4F1F394}"/>
              </a:ext>
            </a:extLst>
          </p:cNvPr>
          <p:cNvSpPr>
            <a:spLocks noChangeArrowheads="1"/>
          </p:cNvSpPr>
          <p:nvPr/>
        </p:nvSpPr>
        <p:spPr bwMode="auto">
          <a:xfrm>
            <a:off x="7236296" y="2421121"/>
            <a:ext cx="1008063" cy="2880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Align</a:t>
            </a:r>
          </a:p>
          <a:p>
            <a:pPr algn="ctr">
              <a:buClrTx/>
              <a:buSzTx/>
              <a:buFontTx/>
              <a:buNone/>
            </a:pPr>
            <a:r>
              <a:rPr lang="en-US" sz="1000" dirty="0"/>
              <a:t>to the grid</a:t>
            </a:r>
          </a:p>
        </p:txBody>
      </p:sp>
      <p:sp>
        <p:nvSpPr>
          <p:cNvPr id="20" name="AutoShape 5">
            <a:extLst>
              <a:ext uri="{FF2B5EF4-FFF2-40B4-BE49-F238E27FC236}">
                <a16:creationId xmlns:a16="http://schemas.microsoft.com/office/drawing/2014/main" id="{2C9E69D7-179C-49C0-A195-2D65FCE64183}"/>
              </a:ext>
            </a:extLst>
          </p:cNvPr>
          <p:cNvSpPr>
            <a:spLocks noChangeArrowheads="1"/>
          </p:cNvSpPr>
          <p:nvPr/>
        </p:nvSpPr>
        <p:spPr bwMode="auto">
          <a:xfrm>
            <a:off x="7236296" y="1989033"/>
            <a:ext cx="1008063" cy="2880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Paste to new diagram</a:t>
            </a:r>
          </a:p>
        </p:txBody>
      </p:sp>
      <p:cxnSp>
        <p:nvCxnSpPr>
          <p:cNvPr id="21" name="AutoShape 93">
            <a:extLst>
              <a:ext uri="{FF2B5EF4-FFF2-40B4-BE49-F238E27FC236}">
                <a16:creationId xmlns:a16="http://schemas.microsoft.com/office/drawing/2014/main" id="{65F535A6-52E2-4D60-B170-D732C877C8CB}"/>
              </a:ext>
            </a:extLst>
          </p:cNvPr>
          <p:cNvCxnSpPr>
            <a:cxnSpLocks noChangeShapeType="1"/>
            <a:stCxn id="20" idx="0"/>
            <a:endCxn id="13" idx="2"/>
          </p:cNvCxnSpPr>
          <p:nvPr/>
        </p:nvCxnSpPr>
        <p:spPr bwMode="auto">
          <a:xfrm flipV="1">
            <a:off x="7740328" y="1844985"/>
            <a:ext cx="0" cy="144048"/>
          </a:xfrm>
          <a:prstGeom prst="straightConnector1">
            <a:avLst/>
          </a:prstGeom>
          <a:noFill/>
          <a:ln w="8890">
            <a:solidFill>
              <a:schemeClr val="tx1"/>
            </a:solidFill>
            <a:round/>
            <a:headEnd type="triangle" w="med" len="med"/>
            <a:tailEnd/>
          </a:ln>
        </p:spPr>
      </p:cxnSp>
      <p:cxnSp>
        <p:nvCxnSpPr>
          <p:cNvPr id="22" name="AutoShape 93">
            <a:extLst>
              <a:ext uri="{FF2B5EF4-FFF2-40B4-BE49-F238E27FC236}">
                <a16:creationId xmlns:a16="http://schemas.microsoft.com/office/drawing/2014/main" id="{1665F50F-DB50-4866-B791-882F2AC99A06}"/>
              </a:ext>
            </a:extLst>
          </p:cNvPr>
          <p:cNvCxnSpPr>
            <a:cxnSpLocks noChangeShapeType="1"/>
            <a:stCxn id="19" idx="0"/>
            <a:endCxn id="20" idx="2"/>
          </p:cNvCxnSpPr>
          <p:nvPr/>
        </p:nvCxnSpPr>
        <p:spPr bwMode="auto">
          <a:xfrm flipV="1">
            <a:off x="7740328" y="2277033"/>
            <a:ext cx="0" cy="144088"/>
          </a:xfrm>
          <a:prstGeom prst="straightConnector1">
            <a:avLst/>
          </a:prstGeom>
          <a:noFill/>
          <a:ln w="8890">
            <a:solidFill>
              <a:schemeClr val="tx1"/>
            </a:solidFill>
            <a:round/>
            <a:headEnd type="triangle" w="med" len="med"/>
            <a:tailEnd/>
          </a:ln>
        </p:spPr>
      </p:cxnSp>
    </p:spTree>
    <p:extLst>
      <p:ext uri="{BB962C8B-B14F-4D97-AF65-F5344CB8AC3E}">
        <p14:creationId xmlns:p14="http://schemas.microsoft.com/office/powerpoint/2010/main" val="384946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6B061-651F-4E93-8E22-75A16E77062E}"/>
              </a:ext>
            </a:extLst>
          </p:cNvPr>
          <p:cNvSpPr>
            <a:spLocks noGrp="1"/>
          </p:cNvSpPr>
          <p:nvPr>
            <p:ph type="title"/>
          </p:nvPr>
        </p:nvSpPr>
        <p:spPr/>
        <p:txBody>
          <a:bodyPr/>
          <a:lstStyle/>
          <a:p>
            <a:r>
              <a:rPr lang="en-US" dirty="0"/>
              <a:t>Block diagram example</a:t>
            </a:r>
          </a:p>
        </p:txBody>
      </p:sp>
      <p:sp>
        <p:nvSpPr>
          <p:cNvPr id="3" name="Rectangle 4">
            <a:extLst>
              <a:ext uri="{FF2B5EF4-FFF2-40B4-BE49-F238E27FC236}">
                <a16:creationId xmlns:a16="http://schemas.microsoft.com/office/drawing/2014/main" id="{BF0FB0CA-132C-4B70-8CC4-6FF12D05316B}"/>
              </a:ext>
            </a:extLst>
          </p:cNvPr>
          <p:cNvSpPr>
            <a:spLocks noChangeArrowheads="1"/>
          </p:cNvSpPr>
          <p:nvPr/>
        </p:nvSpPr>
        <p:spPr bwMode="auto">
          <a:xfrm>
            <a:off x="1995555" y="1569187"/>
            <a:ext cx="3600000" cy="721639"/>
          </a:xfrm>
          <a:custGeom>
            <a:avLst/>
            <a:gdLst>
              <a:gd name="connsiteX0" fmla="*/ 0 w 3600000"/>
              <a:gd name="connsiteY0" fmla="*/ 0 h 720725"/>
              <a:gd name="connsiteX1" fmla="*/ 3600000 w 3600000"/>
              <a:gd name="connsiteY1" fmla="*/ 0 h 720725"/>
              <a:gd name="connsiteX2" fmla="*/ 3600000 w 3600000"/>
              <a:gd name="connsiteY2" fmla="*/ 720725 h 720725"/>
              <a:gd name="connsiteX3" fmla="*/ 0 w 3600000"/>
              <a:gd name="connsiteY3" fmla="*/ 720725 h 720725"/>
              <a:gd name="connsiteX4" fmla="*/ 0 w 3600000"/>
              <a:gd name="connsiteY4" fmla="*/ 0 h 720725"/>
              <a:gd name="connsiteX0" fmla="*/ 0 w 3600000"/>
              <a:gd name="connsiteY0" fmla="*/ 0 h 721639"/>
              <a:gd name="connsiteX1" fmla="*/ 3600000 w 3600000"/>
              <a:gd name="connsiteY1" fmla="*/ 0 h 721639"/>
              <a:gd name="connsiteX2" fmla="*/ 3600000 w 3600000"/>
              <a:gd name="connsiteY2" fmla="*/ 720725 h 721639"/>
              <a:gd name="connsiteX3" fmla="*/ 717863 w 3600000"/>
              <a:gd name="connsiteY3" fmla="*/ 721639 h 721639"/>
              <a:gd name="connsiteX4" fmla="*/ 0 w 3600000"/>
              <a:gd name="connsiteY4" fmla="*/ 720725 h 721639"/>
              <a:gd name="connsiteX5" fmla="*/ 0 w 3600000"/>
              <a:gd name="connsiteY5" fmla="*/ 0 h 721639"/>
              <a:gd name="connsiteX0" fmla="*/ 0 w 3600000"/>
              <a:gd name="connsiteY0" fmla="*/ 0 h 721639"/>
              <a:gd name="connsiteX1" fmla="*/ 3600000 w 3600000"/>
              <a:gd name="connsiteY1" fmla="*/ 0 h 721639"/>
              <a:gd name="connsiteX2" fmla="*/ 3600000 w 3600000"/>
              <a:gd name="connsiteY2" fmla="*/ 720725 h 721639"/>
              <a:gd name="connsiteX3" fmla="*/ 1798950 w 3600000"/>
              <a:gd name="connsiteY3" fmla="*/ 721639 h 721639"/>
              <a:gd name="connsiteX4" fmla="*/ 717863 w 3600000"/>
              <a:gd name="connsiteY4" fmla="*/ 721639 h 721639"/>
              <a:gd name="connsiteX5" fmla="*/ 0 w 3600000"/>
              <a:gd name="connsiteY5" fmla="*/ 720725 h 721639"/>
              <a:gd name="connsiteX6" fmla="*/ 0 w 3600000"/>
              <a:gd name="connsiteY6" fmla="*/ 0 h 721639"/>
              <a:gd name="connsiteX0" fmla="*/ 0 w 3600000"/>
              <a:gd name="connsiteY0" fmla="*/ 0 h 721639"/>
              <a:gd name="connsiteX1" fmla="*/ 3600000 w 3600000"/>
              <a:gd name="connsiteY1" fmla="*/ 0 h 721639"/>
              <a:gd name="connsiteX2" fmla="*/ 3600000 w 3600000"/>
              <a:gd name="connsiteY2" fmla="*/ 720725 h 721639"/>
              <a:gd name="connsiteX3" fmla="*/ 2882419 w 3600000"/>
              <a:gd name="connsiteY3" fmla="*/ 719258 h 721639"/>
              <a:gd name="connsiteX4" fmla="*/ 1798950 w 3600000"/>
              <a:gd name="connsiteY4" fmla="*/ 721639 h 721639"/>
              <a:gd name="connsiteX5" fmla="*/ 717863 w 3600000"/>
              <a:gd name="connsiteY5" fmla="*/ 721639 h 721639"/>
              <a:gd name="connsiteX6" fmla="*/ 0 w 3600000"/>
              <a:gd name="connsiteY6" fmla="*/ 720725 h 721639"/>
              <a:gd name="connsiteX7" fmla="*/ 0 w 3600000"/>
              <a:gd name="connsiteY7" fmla="*/ 0 h 72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0000" h="721639">
                <a:moveTo>
                  <a:pt x="0" y="0"/>
                </a:moveTo>
                <a:lnTo>
                  <a:pt x="3600000" y="0"/>
                </a:lnTo>
                <a:lnTo>
                  <a:pt x="3600000" y="720725"/>
                </a:lnTo>
                <a:lnTo>
                  <a:pt x="2882419" y="719258"/>
                </a:lnTo>
                <a:lnTo>
                  <a:pt x="1798950" y="721639"/>
                </a:lnTo>
                <a:lnTo>
                  <a:pt x="717863" y="721639"/>
                </a:lnTo>
                <a:lnTo>
                  <a:pt x="0" y="720725"/>
                </a:lnTo>
                <a:lnTo>
                  <a:pt x="0" y="0"/>
                </a:lnTo>
                <a:close/>
              </a:path>
            </a:pathLst>
          </a:custGeom>
          <a:solidFill>
            <a:srgbClr val="DDDDDD"/>
          </a:solidFill>
          <a:ln w="17780">
            <a:solidFill>
              <a:schemeClr val="tx1"/>
            </a:solidFill>
            <a:miter lim="800000"/>
            <a:headEnd/>
            <a:tailEnd/>
          </a:ln>
        </p:spPr>
        <p:txBody>
          <a:bodyPr lIns="36000" tIns="0" rIns="36000" bIns="36000"/>
          <a:lstStyle/>
          <a:p>
            <a:pPr>
              <a:buClrTx/>
              <a:buSzTx/>
              <a:buFontTx/>
              <a:buNone/>
            </a:pPr>
            <a:r>
              <a:rPr lang="en-US" sz="1200" dirty="0"/>
              <a:t>Customers</a:t>
            </a:r>
          </a:p>
        </p:txBody>
      </p:sp>
      <p:sp>
        <p:nvSpPr>
          <p:cNvPr id="4" name="Text Box 29">
            <a:extLst>
              <a:ext uri="{FF2B5EF4-FFF2-40B4-BE49-F238E27FC236}">
                <a16:creationId xmlns:a16="http://schemas.microsoft.com/office/drawing/2014/main" id="{1759C8EF-349F-4496-8923-CEC381D30320}"/>
              </a:ext>
            </a:extLst>
          </p:cNvPr>
          <p:cNvSpPr txBox="1">
            <a:spLocks noChangeArrowheads="1"/>
          </p:cNvSpPr>
          <p:nvPr/>
        </p:nvSpPr>
        <p:spPr bwMode="auto">
          <a:xfrm>
            <a:off x="4061205" y="1785087"/>
            <a:ext cx="431800" cy="366713"/>
          </a:xfrm>
          <a:prstGeom prst="rect">
            <a:avLst/>
          </a:prstGeom>
          <a:noFill/>
          <a:ln w="12700">
            <a:noFill/>
            <a:miter lim="800000"/>
            <a:headEnd/>
            <a:tailEnd/>
          </a:ln>
        </p:spPr>
        <p:txBody>
          <a:bodyPr lIns="90000" tIns="46800" rIns="90000" bIns="46800">
            <a:spAutoFit/>
          </a:bodyPr>
          <a:lstStyle/>
          <a:p>
            <a:pPr>
              <a:spcBef>
                <a:spcPct val="50000"/>
              </a:spcBef>
              <a:buClrTx/>
              <a:buSzTx/>
              <a:buFontTx/>
              <a:buNone/>
            </a:pPr>
            <a:r>
              <a:rPr lang="en-US" sz="1800" b="1">
                <a:latin typeface="Times New Roman" pitchFamily="18" charset="0"/>
              </a:rPr>
              <a:t>...</a:t>
            </a:r>
          </a:p>
        </p:txBody>
      </p:sp>
      <p:sp>
        <p:nvSpPr>
          <p:cNvPr id="5" name="Rectangle 30">
            <a:extLst>
              <a:ext uri="{FF2B5EF4-FFF2-40B4-BE49-F238E27FC236}">
                <a16:creationId xmlns:a16="http://schemas.microsoft.com/office/drawing/2014/main" id="{74CFB912-8AC7-42C8-A534-E3E93EE8BD74}"/>
              </a:ext>
            </a:extLst>
          </p:cNvPr>
          <p:cNvSpPr>
            <a:spLocks noChangeArrowheads="1"/>
          </p:cNvSpPr>
          <p:nvPr/>
        </p:nvSpPr>
        <p:spPr bwMode="auto">
          <a:xfrm>
            <a:off x="1996011" y="3004076"/>
            <a:ext cx="3600000" cy="1872000"/>
          </a:xfrm>
          <a:prstGeom prst="rect">
            <a:avLst/>
          </a:prstGeom>
          <a:solidFill>
            <a:srgbClr val="DDDDDD"/>
          </a:solidFill>
          <a:ln w="17780">
            <a:solidFill>
              <a:schemeClr val="tx1"/>
            </a:solidFill>
            <a:miter lim="800000"/>
            <a:headEnd/>
            <a:tailEnd/>
          </a:ln>
        </p:spPr>
        <p:txBody>
          <a:bodyPr lIns="36000" tIns="0" rIns="36000" bIns="36000"/>
          <a:lstStyle/>
          <a:p>
            <a:r>
              <a:rPr lang="en-US" sz="1200" dirty="0"/>
              <a:t>Online Shop</a:t>
            </a:r>
          </a:p>
        </p:txBody>
      </p:sp>
      <p:sp>
        <p:nvSpPr>
          <p:cNvPr id="6" name="Rectangle 31">
            <a:extLst>
              <a:ext uri="{FF2B5EF4-FFF2-40B4-BE49-F238E27FC236}">
                <a16:creationId xmlns:a16="http://schemas.microsoft.com/office/drawing/2014/main" id="{27B0E906-9970-43F8-B809-F89A4562D7A6}"/>
              </a:ext>
            </a:extLst>
          </p:cNvPr>
          <p:cNvSpPr>
            <a:spLocks noChangeArrowheads="1"/>
          </p:cNvSpPr>
          <p:nvPr/>
        </p:nvSpPr>
        <p:spPr bwMode="auto">
          <a:xfrm>
            <a:off x="2144886" y="3219351"/>
            <a:ext cx="3313113" cy="720725"/>
          </a:xfrm>
          <a:prstGeom prst="rect">
            <a:avLst/>
          </a:prstGeom>
          <a:solidFill>
            <a:schemeClr val="bg1"/>
          </a:solidFill>
          <a:ln w="12700">
            <a:solidFill>
              <a:schemeClr val="tx1"/>
            </a:solidFill>
            <a:miter lim="800000"/>
            <a:headEnd/>
            <a:tailEnd/>
          </a:ln>
        </p:spPr>
        <p:txBody>
          <a:bodyPr lIns="36000" tIns="36000" rIns="36000" bIns="36000" anchor="ctr"/>
          <a:lstStyle/>
          <a:p>
            <a:pPr>
              <a:buClrTx/>
              <a:buSzTx/>
              <a:buFontTx/>
              <a:buNone/>
            </a:pPr>
            <a:endParaRPr lang="en-US" sz="1200" dirty="0"/>
          </a:p>
        </p:txBody>
      </p:sp>
      <p:sp>
        <p:nvSpPr>
          <p:cNvPr id="7" name="Rectangle 32">
            <a:extLst>
              <a:ext uri="{FF2B5EF4-FFF2-40B4-BE49-F238E27FC236}">
                <a16:creationId xmlns:a16="http://schemas.microsoft.com/office/drawing/2014/main" id="{F86229BD-F0EA-46ED-AFEF-7AA8610D3830}"/>
              </a:ext>
            </a:extLst>
          </p:cNvPr>
          <p:cNvSpPr>
            <a:spLocks noChangeArrowheads="1"/>
          </p:cNvSpPr>
          <p:nvPr/>
        </p:nvSpPr>
        <p:spPr bwMode="auto">
          <a:xfrm>
            <a:off x="2212012" y="3292376"/>
            <a:ext cx="1008000" cy="576262"/>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Customer Account Maintenance</a:t>
            </a:r>
          </a:p>
        </p:txBody>
      </p:sp>
      <p:sp>
        <p:nvSpPr>
          <p:cNvPr id="8" name="Rectangle 33">
            <a:extLst>
              <a:ext uri="{FF2B5EF4-FFF2-40B4-BE49-F238E27FC236}">
                <a16:creationId xmlns:a16="http://schemas.microsoft.com/office/drawing/2014/main" id="{7ACDAE11-E8FA-4BB6-A5A8-DD69F38973D7}"/>
              </a:ext>
            </a:extLst>
          </p:cNvPr>
          <p:cNvSpPr>
            <a:spLocks noChangeArrowheads="1"/>
          </p:cNvSpPr>
          <p:nvPr/>
        </p:nvSpPr>
        <p:spPr bwMode="auto">
          <a:xfrm>
            <a:off x="3292011" y="3292376"/>
            <a:ext cx="1015050" cy="576262"/>
          </a:xfrm>
          <a:prstGeom prst="rect">
            <a:avLst/>
          </a:prstGeom>
          <a:solidFill>
            <a:schemeClr val="bg1"/>
          </a:solidFill>
          <a:ln w="17780">
            <a:solidFill>
              <a:schemeClr val="tx1"/>
            </a:solidFill>
            <a:miter lim="800000"/>
            <a:headEnd/>
            <a:tailEnd/>
          </a:ln>
        </p:spPr>
        <p:txBody>
          <a:bodyPr lIns="36000" tIns="36000" rIns="36000" bIns="36000" anchor="ctr"/>
          <a:lstStyle/>
          <a:p>
            <a:pPr>
              <a:buClrTx/>
              <a:buSzTx/>
              <a:buFontTx/>
              <a:buNone/>
            </a:pPr>
            <a:r>
              <a:rPr lang="en-US" sz="1200" dirty="0"/>
              <a:t>Product Presentation + Selection</a:t>
            </a:r>
          </a:p>
        </p:txBody>
      </p:sp>
      <p:sp>
        <p:nvSpPr>
          <p:cNvPr id="9" name="Rectangle 34">
            <a:extLst>
              <a:ext uri="{FF2B5EF4-FFF2-40B4-BE49-F238E27FC236}">
                <a16:creationId xmlns:a16="http://schemas.microsoft.com/office/drawing/2014/main" id="{BB26D5E7-8F04-4A0F-AE0F-2F78E26AF754}"/>
              </a:ext>
            </a:extLst>
          </p:cNvPr>
          <p:cNvSpPr>
            <a:spLocks noChangeArrowheads="1"/>
          </p:cNvSpPr>
          <p:nvPr/>
        </p:nvSpPr>
        <p:spPr bwMode="auto">
          <a:xfrm>
            <a:off x="4378499" y="3292376"/>
            <a:ext cx="1008062" cy="576262"/>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Order Processing</a:t>
            </a:r>
          </a:p>
        </p:txBody>
      </p:sp>
      <p:sp>
        <p:nvSpPr>
          <p:cNvPr id="10" name="AutoShape 35">
            <a:extLst>
              <a:ext uri="{FF2B5EF4-FFF2-40B4-BE49-F238E27FC236}">
                <a16:creationId xmlns:a16="http://schemas.microsoft.com/office/drawing/2014/main" id="{00ADAA3D-933B-4DA1-9368-B6F8D95EAB67}"/>
              </a:ext>
            </a:extLst>
          </p:cNvPr>
          <p:cNvSpPr>
            <a:spLocks noChangeArrowheads="1"/>
          </p:cNvSpPr>
          <p:nvPr/>
        </p:nvSpPr>
        <p:spPr bwMode="auto">
          <a:xfrm>
            <a:off x="3292011" y="4156076"/>
            <a:ext cx="1512000" cy="576000"/>
          </a:xfrm>
          <a:prstGeom prst="roundRect">
            <a:avLst>
              <a:gd name="adj" fmla="val 50000"/>
            </a:avLst>
          </a:prstGeom>
          <a:solidFill>
            <a:schemeClr val="bg1"/>
          </a:solidFill>
          <a:ln w="17780">
            <a:solidFill>
              <a:schemeClr val="tx1"/>
            </a:solidFill>
            <a:round/>
            <a:headEnd/>
            <a:tailEnd/>
          </a:ln>
        </p:spPr>
        <p:txBody>
          <a:bodyPr lIns="36000" tIns="0" rIns="36000" bIns="36000"/>
          <a:lstStyle/>
          <a:p>
            <a:pPr>
              <a:buClrTx/>
              <a:buSzTx/>
              <a:buFontTx/>
              <a:buNone/>
            </a:pPr>
            <a:r>
              <a:rPr lang="en-US" sz="900" dirty="0"/>
              <a:t>Customers’ product selection</a:t>
            </a:r>
          </a:p>
        </p:txBody>
      </p:sp>
      <p:sp>
        <p:nvSpPr>
          <p:cNvPr id="11" name="AutoShape 37">
            <a:extLst>
              <a:ext uri="{FF2B5EF4-FFF2-40B4-BE49-F238E27FC236}">
                <a16:creationId xmlns:a16="http://schemas.microsoft.com/office/drawing/2014/main" id="{2D0383BE-F8D2-4FA7-8314-84C812E6575E}"/>
              </a:ext>
            </a:extLst>
          </p:cNvPr>
          <p:cNvSpPr>
            <a:spLocks noChangeArrowheads="1"/>
          </p:cNvSpPr>
          <p:nvPr/>
        </p:nvSpPr>
        <p:spPr bwMode="auto">
          <a:xfrm>
            <a:off x="3940011" y="4406901"/>
            <a:ext cx="288000" cy="2159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buClrTx/>
              <a:buSzTx/>
              <a:buFontTx/>
              <a:buNone/>
            </a:pPr>
            <a:endParaRPr lang="en-US" sz="1200"/>
          </a:p>
        </p:txBody>
      </p:sp>
      <p:sp>
        <p:nvSpPr>
          <p:cNvPr id="12" name="AutoShape 38">
            <a:extLst>
              <a:ext uri="{FF2B5EF4-FFF2-40B4-BE49-F238E27FC236}">
                <a16:creationId xmlns:a16="http://schemas.microsoft.com/office/drawing/2014/main" id="{414203F5-7FE0-447D-8E62-673894D43C4D}"/>
              </a:ext>
            </a:extLst>
          </p:cNvPr>
          <p:cNvSpPr>
            <a:spLocks noChangeArrowheads="1"/>
          </p:cNvSpPr>
          <p:nvPr/>
        </p:nvSpPr>
        <p:spPr bwMode="auto">
          <a:xfrm>
            <a:off x="4444011" y="4406901"/>
            <a:ext cx="288000" cy="2159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buClrTx/>
              <a:buSzTx/>
              <a:buFontTx/>
              <a:buNone/>
            </a:pPr>
            <a:endParaRPr lang="en-US" sz="1200"/>
          </a:p>
        </p:txBody>
      </p:sp>
      <p:sp>
        <p:nvSpPr>
          <p:cNvPr id="13" name="Text Box 39">
            <a:extLst>
              <a:ext uri="{FF2B5EF4-FFF2-40B4-BE49-F238E27FC236}">
                <a16:creationId xmlns:a16="http://schemas.microsoft.com/office/drawing/2014/main" id="{EE8C1DAC-D8D6-4BAF-BAF8-D4B274D02573}"/>
              </a:ext>
            </a:extLst>
          </p:cNvPr>
          <p:cNvSpPr txBox="1">
            <a:spLocks noChangeArrowheads="1"/>
          </p:cNvSpPr>
          <p:nvPr/>
        </p:nvSpPr>
        <p:spPr bwMode="auto">
          <a:xfrm>
            <a:off x="4156211" y="4264026"/>
            <a:ext cx="431800" cy="366712"/>
          </a:xfrm>
          <a:prstGeom prst="rect">
            <a:avLst/>
          </a:prstGeom>
          <a:noFill/>
          <a:ln w="12700">
            <a:noFill/>
            <a:miter lim="800000"/>
            <a:headEnd/>
            <a:tailEnd/>
          </a:ln>
        </p:spPr>
        <p:txBody>
          <a:bodyPr lIns="90000" tIns="46800" rIns="90000" bIns="46800">
            <a:spAutoFit/>
          </a:bodyPr>
          <a:lstStyle/>
          <a:p>
            <a:pPr>
              <a:spcBef>
                <a:spcPct val="50000"/>
              </a:spcBef>
              <a:buClrTx/>
              <a:buSzTx/>
              <a:buFontTx/>
              <a:buNone/>
            </a:pPr>
            <a:r>
              <a:rPr lang="en-US" sz="1800" b="1" dirty="0">
                <a:latin typeface="Times New Roman" pitchFamily="18" charset="0"/>
              </a:rPr>
              <a:t>...</a:t>
            </a:r>
          </a:p>
        </p:txBody>
      </p:sp>
      <p:grpSp>
        <p:nvGrpSpPr>
          <p:cNvPr id="14" name="Group 40">
            <a:extLst>
              <a:ext uri="{FF2B5EF4-FFF2-40B4-BE49-F238E27FC236}">
                <a16:creationId xmlns:a16="http://schemas.microsoft.com/office/drawing/2014/main" id="{C3DA0DCC-3849-41B1-8311-5CB5338C47B3}"/>
              </a:ext>
            </a:extLst>
          </p:cNvPr>
          <p:cNvGrpSpPr>
            <a:grpSpLocks/>
          </p:cNvGrpSpPr>
          <p:nvPr/>
        </p:nvGrpSpPr>
        <p:grpSpPr bwMode="auto">
          <a:xfrm>
            <a:off x="3558424" y="3868077"/>
            <a:ext cx="430212" cy="288000"/>
            <a:chOff x="998" y="3624"/>
            <a:chExt cx="271" cy="271"/>
          </a:xfrm>
        </p:grpSpPr>
        <p:sp>
          <p:nvSpPr>
            <p:cNvPr id="15" name="Freeform 41">
              <a:extLst>
                <a:ext uri="{FF2B5EF4-FFF2-40B4-BE49-F238E27FC236}">
                  <a16:creationId xmlns:a16="http://schemas.microsoft.com/office/drawing/2014/main" id="{3C2A8BE0-17FB-4160-B134-AB4806EA7DF0}"/>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a:p>
          </p:txBody>
        </p:sp>
        <p:sp>
          <p:nvSpPr>
            <p:cNvPr id="16" name="Freeform 42">
              <a:extLst>
                <a:ext uri="{FF2B5EF4-FFF2-40B4-BE49-F238E27FC236}">
                  <a16:creationId xmlns:a16="http://schemas.microsoft.com/office/drawing/2014/main" id="{33B76A31-89D3-4DF8-8054-30E31E3EED4F}"/>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dirty="0"/>
            </a:p>
          </p:txBody>
        </p:sp>
        <p:sp>
          <p:nvSpPr>
            <p:cNvPr id="17" name="AutoShape 43">
              <a:extLst>
                <a:ext uri="{FF2B5EF4-FFF2-40B4-BE49-F238E27FC236}">
                  <a16:creationId xmlns:a16="http://schemas.microsoft.com/office/drawing/2014/main" id="{53EA9995-1EF2-4511-B8F8-96B4A67FB97C}"/>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sp>
        <p:nvSpPr>
          <p:cNvPr id="18" name="AutoShape 44">
            <a:extLst>
              <a:ext uri="{FF2B5EF4-FFF2-40B4-BE49-F238E27FC236}">
                <a16:creationId xmlns:a16="http://schemas.microsoft.com/office/drawing/2014/main" id="{3AC4635F-99B7-4125-A41B-73C3E62C5330}"/>
              </a:ext>
            </a:extLst>
          </p:cNvPr>
          <p:cNvSpPr>
            <a:spLocks noChangeArrowheads="1"/>
          </p:cNvSpPr>
          <p:nvPr/>
        </p:nvSpPr>
        <p:spPr bwMode="auto">
          <a:xfrm>
            <a:off x="1974099" y="5169637"/>
            <a:ext cx="3600450" cy="863600"/>
          </a:xfrm>
          <a:prstGeom prst="roundRect">
            <a:avLst>
              <a:gd name="adj" fmla="val 32353"/>
            </a:avLst>
          </a:prstGeom>
          <a:solidFill>
            <a:srgbClr val="DDDDDD"/>
          </a:solidFill>
          <a:ln w="17780">
            <a:solidFill>
              <a:schemeClr val="tx1"/>
            </a:solidFill>
            <a:round/>
            <a:headEnd/>
            <a:tailEnd/>
          </a:ln>
        </p:spPr>
        <p:txBody>
          <a:bodyPr wrap="none" lIns="0" tIns="0" rIns="0" bIns="0"/>
          <a:lstStyle/>
          <a:p>
            <a:pPr algn="ctr">
              <a:buClrTx/>
              <a:buSzTx/>
              <a:buFontTx/>
              <a:buNone/>
            </a:pPr>
            <a:r>
              <a:rPr lang="en-US" sz="1200" dirty="0"/>
              <a:t>ERP data</a:t>
            </a:r>
          </a:p>
        </p:txBody>
      </p:sp>
      <p:grpSp>
        <p:nvGrpSpPr>
          <p:cNvPr id="19" name="Group 45">
            <a:extLst>
              <a:ext uri="{FF2B5EF4-FFF2-40B4-BE49-F238E27FC236}">
                <a16:creationId xmlns:a16="http://schemas.microsoft.com/office/drawing/2014/main" id="{1E11A6D8-DDA9-432E-A2F0-AC561F7FC9C1}"/>
              </a:ext>
            </a:extLst>
          </p:cNvPr>
          <p:cNvGrpSpPr>
            <a:grpSpLocks/>
          </p:cNvGrpSpPr>
          <p:nvPr/>
        </p:nvGrpSpPr>
        <p:grpSpPr bwMode="auto">
          <a:xfrm>
            <a:off x="4877799" y="3868076"/>
            <a:ext cx="430212" cy="1625411"/>
            <a:chOff x="998" y="3624"/>
            <a:chExt cx="271" cy="271"/>
          </a:xfrm>
        </p:grpSpPr>
        <p:sp>
          <p:nvSpPr>
            <p:cNvPr id="20" name="Freeform 46">
              <a:extLst>
                <a:ext uri="{FF2B5EF4-FFF2-40B4-BE49-F238E27FC236}">
                  <a16:creationId xmlns:a16="http://schemas.microsoft.com/office/drawing/2014/main" id="{9576A869-FA50-48D7-81EC-D42BB667EEF7}"/>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a:p>
          </p:txBody>
        </p:sp>
        <p:sp>
          <p:nvSpPr>
            <p:cNvPr id="21" name="Freeform 47">
              <a:extLst>
                <a:ext uri="{FF2B5EF4-FFF2-40B4-BE49-F238E27FC236}">
                  <a16:creationId xmlns:a16="http://schemas.microsoft.com/office/drawing/2014/main" id="{3F128741-4846-4192-AE62-C90EE420B87A}"/>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22" name="AutoShape 48">
              <a:extLst>
                <a:ext uri="{FF2B5EF4-FFF2-40B4-BE49-F238E27FC236}">
                  <a16:creationId xmlns:a16="http://schemas.microsoft.com/office/drawing/2014/main" id="{C0C2209D-3A5C-4B6A-860D-22C5EFADC9C4}"/>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sp>
        <p:nvSpPr>
          <p:cNvPr id="23" name="AutoShape 49">
            <a:extLst>
              <a:ext uri="{FF2B5EF4-FFF2-40B4-BE49-F238E27FC236}">
                <a16:creationId xmlns:a16="http://schemas.microsoft.com/office/drawing/2014/main" id="{04C3B83D-15C2-4411-9156-E969422B2BBC}"/>
              </a:ext>
            </a:extLst>
          </p:cNvPr>
          <p:cNvSpPr>
            <a:spLocks noChangeArrowheads="1"/>
          </p:cNvSpPr>
          <p:nvPr/>
        </p:nvSpPr>
        <p:spPr bwMode="auto">
          <a:xfrm>
            <a:off x="2082049" y="5493487"/>
            <a:ext cx="921962" cy="4318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200" dirty="0"/>
              <a:t>Customer data</a:t>
            </a:r>
          </a:p>
        </p:txBody>
      </p:sp>
      <p:sp>
        <p:nvSpPr>
          <p:cNvPr id="24" name="AutoShape 50">
            <a:extLst>
              <a:ext uri="{FF2B5EF4-FFF2-40B4-BE49-F238E27FC236}">
                <a16:creationId xmlns:a16="http://schemas.microsoft.com/office/drawing/2014/main" id="{0BD902D7-7A47-4FA8-BF7E-6EA90F5D8CD9}"/>
              </a:ext>
            </a:extLst>
          </p:cNvPr>
          <p:cNvSpPr>
            <a:spLocks noChangeArrowheads="1"/>
          </p:cNvSpPr>
          <p:nvPr/>
        </p:nvSpPr>
        <p:spPr bwMode="auto">
          <a:xfrm>
            <a:off x="3076010" y="5493487"/>
            <a:ext cx="935769" cy="431800"/>
          </a:xfrm>
          <a:prstGeom prst="roundRect">
            <a:avLst>
              <a:gd name="adj" fmla="val 50000"/>
            </a:avLst>
          </a:prstGeom>
          <a:solidFill>
            <a:schemeClr val="bg1"/>
          </a:solidFill>
          <a:ln w="17780">
            <a:solidFill>
              <a:schemeClr val="tx1"/>
            </a:solidFill>
            <a:round/>
            <a:headEnd/>
            <a:tailEnd/>
          </a:ln>
        </p:spPr>
        <p:txBody>
          <a:bodyPr lIns="0" tIns="36000" rIns="0" bIns="36000" anchor="ctr"/>
          <a:lstStyle/>
          <a:p>
            <a:pPr algn="ctr">
              <a:buClrTx/>
              <a:buSzTx/>
              <a:buFontTx/>
              <a:buNone/>
            </a:pPr>
            <a:r>
              <a:rPr lang="en-US" sz="1200" dirty="0"/>
              <a:t>Product Information</a:t>
            </a:r>
          </a:p>
        </p:txBody>
      </p:sp>
      <p:sp>
        <p:nvSpPr>
          <p:cNvPr id="25" name="AutoShape 51">
            <a:extLst>
              <a:ext uri="{FF2B5EF4-FFF2-40B4-BE49-F238E27FC236}">
                <a16:creationId xmlns:a16="http://schemas.microsoft.com/office/drawing/2014/main" id="{3C9B4378-AA88-421A-8A66-71F079A964FC}"/>
              </a:ext>
            </a:extLst>
          </p:cNvPr>
          <p:cNvSpPr>
            <a:spLocks noChangeArrowheads="1"/>
          </p:cNvSpPr>
          <p:nvPr/>
        </p:nvSpPr>
        <p:spPr bwMode="auto">
          <a:xfrm>
            <a:off x="4083787" y="5493487"/>
            <a:ext cx="1382812" cy="431800"/>
          </a:xfrm>
          <a:prstGeom prst="roundRect">
            <a:avLst>
              <a:gd name="adj" fmla="val 50000"/>
            </a:avLst>
          </a:prstGeom>
          <a:solidFill>
            <a:schemeClr val="bg1"/>
          </a:solidFill>
          <a:ln w="12700">
            <a:solidFill>
              <a:schemeClr val="tx1"/>
            </a:solidFill>
            <a:round/>
            <a:headEnd/>
            <a:tailEnd/>
          </a:ln>
        </p:spPr>
        <p:txBody>
          <a:bodyPr lIns="36000" tIns="36000" rIns="36000" bIns="36000" anchor="ctr"/>
          <a:lstStyle/>
          <a:p>
            <a:pPr>
              <a:buClrTx/>
              <a:buSzTx/>
              <a:buFontTx/>
              <a:buNone/>
            </a:pPr>
            <a:endParaRPr lang="en-US" sz="1200"/>
          </a:p>
        </p:txBody>
      </p:sp>
      <p:sp>
        <p:nvSpPr>
          <p:cNvPr id="26" name="AutoShape 52">
            <a:extLst>
              <a:ext uri="{FF2B5EF4-FFF2-40B4-BE49-F238E27FC236}">
                <a16:creationId xmlns:a16="http://schemas.microsoft.com/office/drawing/2014/main" id="{D51827BB-9883-4703-93B9-D2BDA6E12679}"/>
              </a:ext>
            </a:extLst>
          </p:cNvPr>
          <p:cNvSpPr>
            <a:spLocks noChangeArrowheads="1"/>
          </p:cNvSpPr>
          <p:nvPr/>
        </p:nvSpPr>
        <p:spPr bwMode="auto">
          <a:xfrm>
            <a:off x="4155794" y="5564925"/>
            <a:ext cx="698029" cy="288925"/>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900" dirty="0"/>
              <a:t>Product Availability</a:t>
            </a:r>
          </a:p>
        </p:txBody>
      </p:sp>
      <p:sp>
        <p:nvSpPr>
          <p:cNvPr id="27" name="AutoShape 53">
            <a:extLst>
              <a:ext uri="{FF2B5EF4-FFF2-40B4-BE49-F238E27FC236}">
                <a16:creationId xmlns:a16="http://schemas.microsoft.com/office/drawing/2014/main" id="{D40926A0-145D-4C3A-86E5-D1B96578CD41}"/>
              </a:ext>
            </a:extLst>
          </p:cNvPr>
          <p:cNvSpPr>
            <a:spLocks noChangeArrowheads="1"/>
          </p:cNvSpPr>
          <p:nvPr/>
        </p:nvSpPr>
        <p:spPr bwMode="auto">
          <a:xfrm>
            <a:off x="4890336" y="5564925"/>
            <a:ext cx="503238" cy="288925"/>
          </a:xfrm>
          <a:prstGeom prst="roundRect">
            <a:avLst>
              <a:gd name="adj" fmla="val 50000"/>
            </a:avLst>
          </a:prstGeom>
          <a:solidFill>
            <a:schemeClr val="bg1"/>
          </a:solidFill>
          <a:ln w="17780">
            <a:solidFill>
              <a:schemeClr val="tx1"/>
            </a:solidFill>
            <a:round/>
            <a:headEnd/>
            <a:tailEnd/>
          </a:ln>
        </p:spPr>
        <p:txBody>
          <a:bodyPr lIns="0" tIns="36000" rIns="0" bIns="36000" anchor="ctr"/>
          <a:lstStyle/>
          <a:p>
            <a:pPr algn="ctr">
              <a:buClrTx/>
              <a:buSzTx/>
              <a:buFontTx/>
              <a:buNone/>
            </a:pPr>
            <a:r>
              <a:rPr lang="en-US" sz="900" dirty="0"/>
              <a:t>Orders</a:t>
            </a:r>
          </a:p>
        </p:txBody>
      </p:sp>
      <p:grpSp>
        <p:nvGrpSpPr>
          <p:cNvPr id="28" name="Group 54">
            <a:extLst>
              <a:ext uri="{FF2B5EF4-FFF2-40B4-BE49-F238E27FC236}">
                <a16:creationId xmlns:a16="http://schemas.microsoft.com/office/drawing/2014/main" id="{B2AEE34E-ED99-437A-921D-583CCCA8F40F}"/>
              </a:ext>
            </a:extLst>
          </p:cNvPr>
          <p:cNvGrpSpPr>
            <a:grpSpLocks/>
          </p:cNvGrpSpPr>
          <p:nvPr/>
        </p:nvGrpSpPr>
        <p:grpSpPr bwMode="auto">
          <a:xfrm>
            <a:off x="2327924" y="3868076"/>
            <a:ext cx="430212" cy="1625411"/>
            <a:chOff x="998" y="3624"/>
            <a:chExt cx="271" cy="271"/>
          </a:xfrm>
        </p:grpSpPr>
        <p:sp>
          <p:nvSpPr>
            <p:cNvPr id="29" name="Freeform 55">
              <a:extLst>
                <a:ext uri="{FF2B5EF4-FFF2-40B4-BE49-F238E27FC236}">
                  <a16:creationId xmlns:a16="http://schemas.microsoft.com/office/drawing/2014/main" id="{03A1FFD2-2B95-4BA9-BFC5-EB5703793344}"/>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a:p>
          </p:txBody>
        </p:sp>
        <p:sp>
          <p:nvSpPr>
            <p:cNvPr id="30" name="Freeform 56">
              <a:extLst>
                <a:ext uri="{FF2B5EF4-FFF2-40B4-BE49-F238E27FC236}">
                  <a16:creationId xmlns:a16="http://schemas.microsoft.com/office/drawing/2014/main" id="{DA436F41-9E91-4069-AA31-50FE4A846A9C}"/>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31" name="AutoShape 57">
              <a:extLst>
                <a:ext uri="{FF2B5EF4-FFF2-40B4-BE49-F238E27FC236}">
                  <a16:creationId xmlns:a16="http://schemas.microsoft.com/office/drawing/2014/main" id="{7DF93770-2FE4-444E-A73B-D83F87663B64}"/>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cxnSp>
        <p:nvCxnSpPr>
          <p:cNvPr id="32" name="AutoShape 61">
            <a:extLst>
              <a:ext uri="{FF2B5EF4-FFF2-40B4-BE49-F238E27FC236}">
                <a16:creationId xmlns:a16="http://schemas.microsoft.com/office/drawing/2014/main" id="{061E3FC9-0638-4976-A9F1-7004A4DD7E12}"/>
              </a:ext>
            </a:extLst>
          </p:cNvPr>
          <p:cNvCxnSpPr>
            <a:cxnSpLocks noChangeShapeType="1"/>
            <a:stCxn id="96" idx="2"/>
            <a:endCxn id="6" idx="1"/>
          </p:cNvCxnSpPr>
          <p:nvPr/>
        </p:nvCxnSpPr>
        <p:spPr bwMode="auto">
          <a:xfrm flipV="1">
            <a:off x="1780019" y="3579714"/>
            <a:ext cx="364867" cy="362"/>
          </a:xfrm>
          <a:prstGeom prst="straightConnector1">
            <a:avLst/>
          </a:prstGeom>
          <a:noFill/>
          <a:ln w="8890">
            <a:solidFill>
              <a:schemeClr val="tx1"/>
            </a:solidFill>
            <a:round/>
            <a:headEnd type="none" w="med" len="med"/>
            <a:tailEnd type="triangle"/>
          </a:ln>
        </p:spPr>
      </p:cxnSp>
      <p:cxnSp>
        <p:nvCxnSpPr>
          <p:cNvPr id="33" name="AutoShape 62">
            <a:extLst>
              <a:ext uri="{FF2B5EF4-FFF2-40B4-BE49-F238E27FC236}">
                <a16:creationId xmlns:a16="http://schemas.microsoft.com/office/drawing/2014/main" id="{F41B2CC7-6340-4201-95E6-022B0A36F390}"/>
              </a:ext>
            </a:extLst>
          </p:cNvPr>
          <p:cNvCxnSpPr>
            <a:cxnSpLocks noChangeShapeType="1"/>
            <a:stCxn id="18" idx="1"/>
            <a:endCxn id="97" idx="0"/>
          </p:cNvCxnSpPr>
          <p:nvPr/>
        </p:nvCxnSpPr>
        <p:spPr bwMode="auto">
          <a:xfrm flipH="1" flipV="1">
            <a:off x="1780019" y="5596092"/>
            <a:ext cx="194080" cy="5345"/>
          </a:xfrm>
          <a:prstGeom prst="straightConnector1">
            <a:avLst/>
          </a:prstGeom>
          <a:noFill/>
          <a:ln w="8890">
            <a:solidFill>
              <a:schemeClr val="tx1"/>
            </a:solidFill>
            <a:round/>
            <a:headEnd/>
            <a:tailEnd/>
          </a:ln>
        </p:spPr>
      </p:cxnSp>
      <p:sp>
        <p:nvSpPr>
          <p:cNvPr id="34" name="Rectangle 63">
            <a:extLst>
              <a:ext uri="{FF2B5EF4-FFF2-40B4-BE49-F238E27FC236}">
                <a16:creationId xmlns:a16="http://schemas.microsoft.com/office/drawing/2014/main" id="{48429C6A-6878-4DF5-A436-A98D15B27C9F}"/>
              </a:ext>
            </a:extLst>
          </p:cNvPr>
          <p:cNvSpPr>
            <a:spLocks noChangeArrowheads="1"/>
          </p:cNvSpPr>
          <p:nvPr/>
        </p:nvSpPr>
        <p:spPr bwMode="auto">
          <a:xfrm>
            <a:off x="6100011" y="3004076"/>
            <a:ext cx="1224000" cy="3024000"/>
          </a:xfrm>
          <a:prstGeom prst="rect">
            <a:avLst/>
          </a:prstGeom>
          <a:solidFill>
            <a:srgbClr val="DDDDDD"/>
          </a:solidFill>
          <a:ln w="17780">
            <a:solidFill>
              <a:schemeClr val="tx1"/>
            </a:solidFill>
            <a:miter lim="800000"/>
            <a:headEnd/>
            <a:tailEnd/>
          </a:ln>
        </p:spPr>
        <p:txBody>
          <a:bodyPr lIns="0" tIns="0" rIns="0" bIns="0"/>
          <a:lstStyle/>
          <a:p>
            <a:pPr algn="ctr"/>
            <a:r>
              <a:rPr lang="en-US" sz="1200" dirty="0"/>
              <a:t>Service Provider</a:t>
            </a:r>
          </a:p>
        </p:txBody>
      </p:sp>
      <p:sp>
        <p:nvSpPr>
          <p:cNvPr id="35" name="Rectangle 64">
            <a:extLst>
              <a:ext uri="{FF2B5EF4-FFF2-40B4-BE49-F238E27FC236}">
                <a16:creationId xmlns:a16="http://schemas.microsoft.com/office/drawing/2014/main" id="{1CCDDB79-F3F3-4CB3-8D03-2F53720E859A}"/>
              </a:ext>
            </a:extLst>
          </p:cNvPr>
          <p:cNvSpPr>
            <a:spLocks noChangeArrowheads="1"/>
          </p:cNvSpPr>
          <p:nvPr/>
        </p:nvSpPr>
        <p:spPr bwMode="auto">
          <a:xfrm>
            <a:off x="6244011" y="3250202"/>
            <a:ext cx="936000" cy="576262"/>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Credit Card Institutions</a:t>
            </a:r>
          </a:p>
        </p:txBody>
      </p:sp>
      <p:sp>
        <p:nvSpPr>
          <p:cNvPr id="36" name="Rectangle 65">
            <a:extLst>
              <a:ext uri="{FF2B5EF4-FFF2-40B4-BE49-F238E27FC236}">
                <a16:creationId xmlns:a16="http://schemas.microsoft.com/office/drawing/2014/main" id="{C617F93C-0C55-419E-BC1E-7BCBA12FAA58}"/>
              </a:ext>
            </a:extLst>
          </p:cNvPr>
          <p:cNvSpPr>
            <a:spLocks noChangeArrowheads="1"/>
          </p:cNvSpPr>
          <p:nvPr/>
        </p:nvSpPr>
        <p:spPr bwMode="auto">
          <a:xfrm>
            <a:off x="6244011" y="3898202"/>
            <a:ext cx="936000" cy="576262"/>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Shipping</a:t>
            </a:r>
          </a:p>
        </p:txBody>
      </p:sp>
      <p:sp>
        <p:nvSpPr>
          <p:cNvPr id="37" name="Rectangle 66">
            <a:extLst>
              <a:ext uri="{FF2B5EF4-FFF2-40B4-BE49-F238E27FC236}">
                <a16:creationId xmlns:a16="http://schemas.microsoft.com/office/drawing/2014/main" id="{F9F3C850-EC73-46CA-8AA9-B39E686663F6}"/>
              </a:ext>
            </a:extLst>
          </p:cNvPr>
          <p:cNvSpPr>
            <a:spLocks noChangeArrowheads="1"/>
          </p:cNvSpPr>
          <p:nvPr/>
        </p:nvSpPr>
        <p:spPr bwMode="auto">
          <a:xfrm>
            <a:off x="6244011" y="4546202"/>
            <a:ext cx="936000" cy="576263"/>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Suppliers</a:t>
            </a:r>
          </a:p>
        </p:txBody>
      </p:sp>
      <p:sp>
        <p:nvSpPr>
          <p:cNvPr id="38" name="Text Box 67">
            <a:extLst>
              <a:ext uri="{FF2B5EF4-FFF2-40B4-BE49-F238E27FC236}">
                <a16:creationId xmlns:a16="http://schemas.microsoft.com/office/drawing/2014/main" id="{41DC0552-165B-4ECC-92A9-4D8CE8237E99}"/>
              </a:ext>
            </a:extLst>
          </p:cNvPr>
          <p:cNvSpPr txBox="1">
            <a:spLocks noChangeArrowheads="1"/>
          </p:cNvSpPr>
          <p:nvPr/>
        </p:nvSpPr>
        <p:spPr bwMode="auto">
          <a:xfrm rot="5400000">
            <a:off x="6550068" y="5340819"/>
            <a:ext cx="431800" cy="366713"/>
          </a:xfrm>
          <a:prstGeom prst="rect">
            <a:avLst/>
          </a:prstGeom>
          <a:noFill/>
          <a:ln w="12700">
            <a:noFill/>
            <a:miter lim="800000"/>
            <a:headEnd/>
            <a:tailEnd/>
          </a:ln>
        </p:spPr>
        <p:txBody>
          <a:bodyPr lIns="90000" tIns="46800" rIns="90000" bIns="46800">
            <a:spAutoFit/>
          </a:bodyPr>
          <a:lstStyle/>
          <a:p>
            <a:pPr>
              <a:spcBef>
                <a:spcPct val="50000"/>
              </a:spcBef>
              <a:buClrTx/>
              <a:buSzTx/>
              <a:buFontTx/>
              <a:buNone/>
            </a:pPr>
            <a:r>
              <a:rPr lang="en-US" sz="1800" b="1">
                <a:latin typeface="Times New Roman" pitchFamily="18" charset="0"/>
              </a:rPr>
              <a:t>...</a:t>
            </a:r>
          </a:p>
        </p:txBody>
      </p:sp>
      <p:sp>
        <p:nvSpPr>
          <p:cNvPr id="39" name="AutoShape 68">
            <a:extLst>
              <a:ext uri="{FF2B5EF4-FFF2-40B4-BE49-F238E27FC236}">
                <a16:creationId xmlns:a16="http://schemas.microsoft.com/office/drawing/2014/main" id="{30E11A1B-8DFE-4207-9FBC-3DDADDAD996C}"/>
              </a:ext>
            </a:extLst>
          </p:cNvPr>
          <p:cNvSpPr>
            <a:spLocks noChangeArrowheads="1"/>
          </p:cNvSpPr>
          <p:nvPr/>
        </p:nvSpPr>
        <p:spPr bwMode="auto">
          <a:xfrm rot="5400000">
            <a:off x="5790449" y="3508076"/>
            <a:ext cx="144462" cy="144462"/>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40" name="AutoShape 69">
            <a:extLst>
              <a:ext uri="{FF2B5EF4-FFF2-40B4-BE49-F238E27FC236}">
                <a16:creationId xmlns:a16="http://schemas.microsoft.com/office/drawing/2014/main" id="{434CE644-434B-49B3-95CB-0ABCA0C85455}"/>
              </a:ext>
            </a:extLst>
          </p:cNvPr>
          <p:cNvCxnSpPr>
            <a:cxnSpLocks noChangeShapeType="1"/>
            <a:stCxn id="9" idx="3"/>
            <a:endCxn id="39" idx="4"/>
          </p:cNvCxnSpPr>
          <p:nvPr/>
        </p:nvCxnSpPr>
        <p:spPr bwMode="auto">
          <a:xfrm flipV="1">
            <a:off x="5386561" y="3580307"/>
            <a:ext cx="403888" cy="200"/>
          </a:xfrm>
          <a:prstGeom prst="straightConnector1">
            <a:avLst/>
          </a:prstGeom>
          <a:noFill/>
          <a:ln w="8890">
            <a:solidFill>
              <a:schemeClr val="tx1"/>
            </a:solidFill>
            <a:round/>
            <a:headEnd/>
            <a:tailEnd/>
          </a:ln>
        </p:spPr>
      </p:cxnSp>
      <p:cxnSp>
        <p:nvCxnSpPr>
          <p:cNvPr id="41" name="AutoShape 70">
            <a:extLst>
              <a:ext uri="{FF2B5EF4-FFF2-40B4-BE49-F238E27FC236}">
                <a16:creationId xmlns:a16="http://schemas.microsoft.com/office/drawing/2014/main" id="{D776F32C-05C7-4AFD-90BA-750DA8DB20FE}"/>
              </a:ext>
            </a:extLst>
          </p:cNvPr>
          <p:cNvCxnSpPr>
            <a:cxnSpLocks noChangeShapeType="1"/>
            <a:stCxn id="39" idx="0"/>
          </p:cNvCxnSpPr>
          <p:nvPr/>
        </p:nvCxnSpPr>
        <p:spPr bwMode="auto">
          <a:xfrm flipV="1">
            <a:off x="5934911" y="3580076"/>
            <a:ext cx="165100" cy="231"/>
          </a:xfrm>
          <a:prstGeom prst="straightConnector1">
            <a:avLst/>
          </a:prstGeom>
          <a:noFill/>
          <a:ln w="8890">
            <a:solidFill>
              <a:schemeClr val="tx1"/>
            </a:solidFill>
            <a:round/>
            <a:headEnd/>
            <a:tailEnd/>
          </a:ln>
        </p:spPr>
      </p:cxnSp>
      <p:grpSp>
        <p:nvGrpSpPr>
          <p:cNvPr id="42" name="Group 71">
            <a:extLst>
              <a:ext uri="{FF2B5EF4-FFF2-40B4-BE49-F238E27FC236}">
                <a16:creationId xmlns:a16="http://schemas.microsoft.com/office/drawing/2014/main" id="{C7157F1B-93E7-4D7C-8647-47A99C62D07A}"/>
              </a:ext>
            </a:extLst>
          </p:cNvPr>
          <p:cNvGrpSpPr>
            <a:grpSpLocks/>
          </p:cNvGrpSpPr>
          <p:nvPr/>
        </p:nvGrpSpPr>
        <p:grpSpPr bwMode="auto">
          <a:xfrm>
            <a:off x="5790449" y="3335050"/>
            <a:ext cx="153987" cy="122237"/>
            <a:chOff x="1526" y="1540"/>
            <a:chExt cx="97" cy="77"/>
          </a:xfrm>
        </p:grpSpPr>
        <p:sp>
          <p:nvSpPr>
            <p:cNvPr id="43" name="Text Box 72">
              <a:extLst>
                <a:ext uri="{FF2B5EF4-FFF2-40B4-BE49-F238E27FC236}">
                  <a16:creationId xmlns:a16="http://schemas.microsoft.com/office/drawing/2014/main" id="{171D1196-072B-41F7-A765-C7A57D52E8C9}"/>
                </a:ext>
              </a:extLst>
            </p:cNvPr>
            <p:cNvSpPr txBox="1">
              <a:spLocks noChangeArrowheads="1"/>
            </p:cNvSpPr>
            <p:nvPr/>
          </p:nvSpPr>
          <p:spPr bwMode="auto">
            <a:xfrm>
              <a:off x="1526" y="1540"/>
              <a:ext cx="54" cy="77"/>
            </a:xfrm>
            <a:prstGeom prst="rect">
              <a:avLst/>
            </a:prstGeom>
            <a:noFill/>
            <a:ln w="12700">
              <a:noFill/>
              <a:miter lim="800000"/>
              <a:headEnd/>
              <a:tailEnd/>
            </a:ln>
          </p:spPr>
          <p:txBody>
            <a:bodyPr lIns="0" tIns="0" rIns="0" bIns="0">
              <a:spAutoFit/>
            </a:bodyPr>
            <a:lstStyle/>
            <a:p>
              <a:pPr algn="l">
                <a:buClrTx/>
                <a:buSzTx/>
                <a:buFontTx/>
                <a:buNone/>
              </a:pPr>
              <a:r>
                <a:rPr lang="en-US" sz="800" b="1"/>
                <a:t>R</a:t>
              </a:r>
            </a:p>
          </p:txBody>
        </p:sp>
        <p:sp>
          <p:nvSpPr>
            <p:cNvPr id="44" name="Line 73">
              <a:extLst>
                <a:ext uri="{FF2B5EF4-FFF2-40B4-BE49-F238E27FC236}">
                  <a16:creationId xmlns:a16="http://schemas.microsoft.com/office/drawing/2014/main" id="{6004E555-DA2F-4623-9CEC-62B0517784DF}"/>
                </a:ext>
              </a:extLst>
            </p:cNvPr>
            <p:cNvSpPr>
              <a:spLocks noChangeShapeType="1"/>
            </p:cNvSpPr>
            <p:nvPr/>
          </p:nvSpPr>
          <p:spPr bwMode="auto">
            <a:xfrm rot="16200000" flipH="1">
              <a:off x="1605" y="1562"/>
              <a:ext cx="0" cy="37"/>
            </a:xfrm>
            <a:prstGeom prst="line">
              <a:avLst/>
            </a:prstGeom>
            <a:noFill/>
            <a:ln w="8890">
              <a:solidFill>
                <a:schemeClr val="tx1"/>
              </a:solidFill>
              <a:round/>
              <a:headEnd/>
              <a:tailEnd type="stealth" w="med" len="med"/>
            </a:ln>
          </p:spPr>
          <p:txBody>
            <a:bodyPr lIns="90000" tIns="46800" rIns="90000" bIns="46800" anchor="ctr"/>
            <a:lstStyle/>
            <a:p>
              <a:endParaRPr lang="en-US"/>
            </a:p>
          </p:txBody>
        </p:sp>
      </p:grpSp>
      <p:sp>
        <p:nvSpPr>
          <p:cNvPr id="45" name="AutoShape 74">
            <a:extLst>
              <a:ext uri="{FF2B5EF4-FFF2-40B4-BE49-F238E27FC236}">
                <a16:creationId xmlns:a16="http://schemas.microsoft.com/office/drawing/2014/main" id="{219DF2C9-ED1F-440E-A226-69CD33ACE05D}"/>
              </a:ext>
            </a:extLst>
          </p:cNvPr>
          <p:cNvSpPr>
            <a:spLocks noChangeArrowheads="1"/>
          </p:cNvSpPr>
          <p:nvPr/>
        </p:nvSpPr>
        <p:spPr bwMode="auto">
          <a:xfrm>
            <a:off x="2643549" y="2571613"/>
            <a:ext cx="144462" cy="144463"/>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46" name="AutoShape 75">
            <a:extLst>
              <a:ext uri="{FF2B5EF4-FFF2-40B4-BE49-F238E27FC236}">
                <a16:creationId xmlns:a16="http://schemas.microsoft.com/office/drawing/2014/main" id="{34B54D8C-B8D3-4E3E-9DCC-AB27BC6FD700}"/>
              </a:ext>
            </a:extLst>
          </p:cNvPr>
          <p:cNvCxnSpPr>
            <a:cxnSpLocks noChangeShapeType="1"/>
            <a:stCxn id="7" idx="0"/>
            <a:endCxn id="45" idx="4"/>
          </p:cNvCxnSpPr>
          <p:nvPr/>
        </p:nvCxnSpPr>
        <p:spPr bwMode="auto">
          <a:xfrm flipH="1" flipV="1">
            <a:off x="2715780" y="2716076"/>
            <a:ext cx="232" cy="576300"/>
          </a:xfrm>
          <a:prstGeom prst="straightConnector1">
            <a:avLst/>
          </a:prstGeom>
          <a:noFill/>
          <a:ln w="8890">
            <a:solidFill>
              <a:schemeClr val="tx1"/>
            </a:solidFill>
            <a:round/>
            <a:headEnd/>
            <a:tailEnd/>
          </a:ln>
        </p:spPr>
      </p:cxnSp>
      <p:cxnSp>
        <p:nvCxnSpPr>
          <p:cNvPr id="47" name="AutoShape 76">
            <a:extLst>
              <a:ext uri="{FF2B5EF4-FFF2-40B4-BE49-F238E27FC236}">
                <a16:creationId xmlns:a16="http://schemas.microsoft.com/office/drawing/2014/main" id="{9EEE9665-95AE-4F51-B8E8-57343C2024E7}"/>
              </a:ext>
            </a:extLst>
          </p:cNvPr>
          <p:cNvCxnSpPr>
            <a:cxnSpLocks noChangeShapeType="1"/>
            <a:stCxn id="45" idx="0"/>
            <a:endCxn id="3" idx="5"/>
          </p:cNvCxnSpPr>
          <p:nvPr/>
        </p:nvCxnSpPr>
        <p:spPr bwMode="auto">
          <a:xfrm flipH="1" flipV="1">
            <a:off x="2713418" y="2290826"/>
            <a:ext cx="2362" cy="280787"/>
          </a:xfrm>
          <a:prstGeom prst="straightConnector1">
            <a:avLst/>
          </a:prstGeom>
          <a:noFill/>
          <a:ln w="8890">
            <a:solidFill>
              <a:schemeClr val="tx1"/>
            </a:solidFill>
            <a:round/>
            <a:headEnd/>
            <a:tailEnd/>
          </a:ln>
        </p:spPr>
      </p:cxnSp>
      <p:sp>
        <p:nvSpPr>
          <p:cNvPr id="48" name="AutoShape 80">
            <a:extLst>
              <a:ext uri="{FF2B5EF4-FFF2-40B4-BE49-F238E27FC236}">
                <a16:creationId xmlns:a16="http://schemas.microsoft.com/office/drawing/2014/main" id="{A4867ED1-3A11-4DB3-AFDB-EAA0A4F560F1}"/>
              </a:ext>
            </a:extLst>
          </p:cNvPr>
          <p:cNvSpPr>
            <a:spLocks noChangeArrowheads="1"/>
          </p:cNvSpPr>
          <p:nvPr/>
        </p:nvSpPr>
        <p:spPr bwMode="auto">
          <a:xfrm>
            <a:off x="3723548" y="2571613"/>
            <a:ext cx="144463" cy="144463"/>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49" name="AutoShape 81">
            <a:extLst>
              <a:ext uri="{FF2B5EF4-FFF2-40B4-BE49-F238E27FC236}">
                <a16:creationId xmlns:a16="http://schemas.microsoft.com/office/drawing/2014/main" id="{AD0B07F1-A269-4EAF-B1DA-796AA3EB3F0D}"/>
              </a:ext>
            </a:extLst>
          </p:cNvPr>
          <p:cNvCxnSpPr>
            <a:cxnSpLocks noChangeShapeType="1"/>
            <a:stCxn id="8" idx="0"/>
            <a:endCxn id="48" idx="4"/>
          </p:cNvCxnSpPr>
          <p:nvPr/>
        </p:nvCxnSpPr>
        <p:spPr bwMode="auto">
          <a:xfrm flipH="1" flipV="1">
            <a:off x="3795780" y="2716076"/>
            <a:ext cx="3756" cy="576300"/>
          </a:xfrm>
          <a:prstGeom prst="straightConnector1">
            <a:avLst/>
          </a:prstGeom>
          <a:noFill/>
          <a:ln w="8890">
            <a:solidFill>
              <a:schemeClr val="tx1"/>
            </a:solidFill>
            <a:round/>
            <a:headEnd/>
            <a:tailEnd/>
          </a:ln>
        </p:spPr>
      </p:cxnSp>
      <p:cxnSp>
        <p:nvCxnSpPr>
          <p:cNvPr id="50" name="AutoShape 82">
            <a:extLst>
              <a:ext uri="{FF2B5EF4-FFF2-40B4-BE49-F238E27FC236}">
                <a16:creationId xmlns:a16="http://schemas.microsoft.com/office/drawing/2014/main" id="{4F53DC5A-32D1-4829-B851-68033082B994}"/>
              </a:ext>
            </a:extLst>
          </p:cNvPr>
          <p:cNvCxnSpPr>
            <a:cxnSpLocks noChangeShapeType="1"/>
            <a:stCxn id="48" idx="0"/>
            <a:endCxn id="3" idx="4"/>
          </p:cNvCxnSpPr>
          <p:nvPr/>
        </p:nvCxnSpPr>
        <p:spPr bwMode="auto">
          <a:xfrm flipH="1" flipV="1">
            <a:off x="3794505" y="2290826"/>
            <a:ext cx="1275" cy="280787"/>
          </a:xfrm>
          <a:prstGeom prst="straightConnector1">
            <a:avLst/>
          </a:prstGeom>
          <a:noFill/>
          <a:ln w="8890">
            <a:solidFill>
              <a:schemeClr val="tx1"/>
            </a:solidFill>
            <a:round/>
            <a:headEnd/>
            <a:tailEnd/>
          </a:ln>
        </p:spPr>
      </p:cxnSp>
      <p:sp>
        <p:nvSpPr>
          <p:cNvPr id="51" name="AutoShape 86">
            <a:extLst>
              <a:ext uri="{FF2B5EF4-FFF2-40B4-BE49-F238E27FC236}">
                <a16:creationId xmlns:a16="http://schemas.microsoft.com/office/drawing/2014/main" id="{88F56B74-BE46-4CF5-B1B3-642C3F2E9B3A}"/>
              </a:ext>
            </a:extLst>
          </p:cNvPr>
          <p:cNvSpPr>
            <a:spLocks noChangeArrowheads="1"/>
          </p:cNvSpPr>
          <p:nvPr/>
        </p:nvSpPr>
        <p:spPr bwMode="auto">
          <a:xfrm>
            <a:off x="4803548" y="2571613"/>
            <a:ext cx="144463" cy="144463"/>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52" name="AutoShape 87">
            <a:extLst>
              <a:ext uri="{FF2B5EF4-FFF2-40B4-BE49-F238E27FC236}">
                <a16:creationId xmlns:a16="http://schemas.microsoft.com/office/drawing/2014/main" id="{13EFAB0B-0578-4B13-953F-255343CF71F5}"/>
              </a:ext>
            </a:extLst>
          </p:cNvPr>
          <p:cNvCxnSpPr>
            <a:cxnSpLocks noChangeShapeType="1"/>
            <a:stCxn id="9" idx="0"/>
            <a:endCxn id="51" idx="4"/>
          </p:cNvCxnSpPr>
          <p:nvPr/>
        </p:nvCxnSpPr>
        <p:spPr bwMode="auto">
          <a:xfrm flipH="1" flipV="1">
            <a:off x="4875780" y="2716076"/>
            <a:ext cx="6750" cy="576300"/>
          </a:xfrm>
          <a:prstGeom prst="straightConnector1">
            <a:avLst/>
          </a:prstGeom>
          <a:noFill/>
          <a:ln w="8890">
            <a:solidFill>
              <a:schemeClr val="tx1"/>
            </a:solidFill>
            <a:round/>
            <a:headEnd/>
            <a:tailEnd/>
          </a:ln>
        </p:spPr>
      </p:cxnSp>
      <p:cxnSp>
        <p:nvCxnSpPr>
          <p:cNvPr id="53" name="AutoShape 88">
            <a:extLst>
              <a:ext uri="{FF2B5EF4-FFF2-40B4-BE49-F238E27FC236}">
                <a16:creationId xmlns:a16="http://schemas.microsoft.com/office/drawing/2014/main" id="{14D40C55-D332-4FF2-B47A-15909A8C8AF0}"/>
              </a:ext>
            </a:extLst>
          </p:cNvPr>
          <p:cNvCxnSpPr>
            <a:cxnSpLocks noChangeShapeType="1"/>
            <a:stCxn id="51" idx="0"/>
            <a:endCxn id="3" idx="3"/>
          </p:cNvCxnSpPr>
          <p:nvPr/>
        </p:nvCxnSpPr>
        <p:spPr bwMode="auto">
          <a:xfrm flipV="1">
            <a:off x="4875780" y="2288445"/>
            <a:ext cx="2194" cy="283168"/>
          </a:xfrm>
          <a:prstGeom prst="straightConnector1">
            <a:avLst/>
          </a:prstGeom>
          <a:noFill/>
          <a:ln w="8890">
            <a:solidFill>
              <a:schemeClr val="tx1"/>
            </a:solidFill>
            <a:round/>
            <a:headEnd/>
            <a:tailEnd/>
          </a:ln>
        </p:spPr>
      </p:cxnSp>
      <p:sp>
        <p:nvSpPr>
          <p:cNvPr id="54" name="Text Box 92">
            <a:extLst>
              <a:ext uri="{FF2B5EF4-FFF2-40B4-BE49-F238E27FC236}">
                <a16:creationId xmlns:a16="http://schemas.microsoft.com/office/drawing/2014/main" id="{21C27456-6320-429B-ABCF-31ED1B7A792B}"/>
              </a:ext>
            </a:extLst>
          </p:cNvPr>
          <p:cNvSpPr txBox="1">
            <a:spLocks noChangeArrowheads="1"/>
          </p:cNvSpPr>
          <p:nvPr/>
        </p:nvSpPr>
        <p:spPr bwMode="auto">
          <a:xfrm>
            <a:off x="1778823" y="2428076"/>
            <a:ext cx="865188" cy="451850"/>
          </a:xfrm>
          <a:prstGeom prst="rect">
            <a:avLst/>
          </a:prstGeom>
          <a:noFill/>
          <a:ln w="12700">
            <a:noFill/>
            <a:miter lim="800000"/>
            <a:headEnd/>
            <a:tailEnd/>
          </a:ln>
        </p:spPr>
        <p:txBody>
          <a:bodyPr lIns="0" tIns="36000" rIns="36000" bIns="0">
            <a:spAutoFit/>
          </a:bodyPr>
          <a:lstStyle/>
          <a:p>
            <a:pPr algn="r">
              <a:spcBef>
                <a:spcPct val="50000"/>
              </a:spcBef>
              <a:buClrTx/>
              <a:buSzTx/>
              <a:buFontTx/>
              <a:buNone/>
            </a:pPr>
            <a:r>
              <a:rPr lang="en-US" sz="900" dirty="0"/>
              <a:t>Register</a:t>
            </a:r>
            <a:br>
              <a:rPr lang="en-US" sz="900" dirty="0"/>
            </a:br>
            <a:r>
              <a:rPr lang="en-US" sz="900" dirty="0"/>
              <a:t>Edit Profile</a:t>
            </a:r>
            <a:br>
              <a:rPr lang="en-US" sz="900" dirty="0"/>
            </a:br>
            <a:r>
              <a:rPr lang="en-US" sz="900" dirty="0"/>
              <a:t>Browse Orders</a:t>
            </a:r>
          </a:p>
        </p:txBody>
      </p:sp>
      <p:sp>
        <p:nvSpPr>
          <p:cNvPr id="55" name="Text Box 93">
            <a:extLst>
              <a:ext uri="{FF2B5EF4-FFF2-40B4-BE49-F238E27FC236}">
                <a16:creationId xmlns:a16="http://schemas.microsoft.com/office/drawing/2014/main" id="{34459C94-4F7E-4F89-B7D2-9BEC2DA33F9E}"/>
              </a:ext>
            </a:extLst>
          </p:cNvPr>
          <p:cNvSpPr txBox="1">
            <a:spLocks noChangeArrowheads="1"/>
          </p:cNvSpPr>
          <p:nvPr/>
        </p:nvSpPr>
        <p:spPr bwMode="auto">
          <a:xfrm>
            <a:off x="2931659" y="2428076"/>
            <a:ext cx="792352" cy="415498"/>
          </a:xfrm>
          <a:prstGeom prst="rect">
            <a:avLst/>
          </a:prstGeom>
          <a:noFill/>
          <a:ln w="12700">
            <a:noFill/>
            <a:miter lim="800000"/>
            <a:headEnd/>
            <a:tailEnd/>
          </a:ln>
        </p:spPr>
        <p:txBody>
          <a:bodyPr wrap="square" lIns="36000" tIns="0" rIns="36000" bIns="0">
            <a:spAutoFit/>
          </a:bodyPr>
          <a:lstStyle/>
          <a:p>
            <a:pPr algn="r">
              <a:spcBef>
                <a:spcPct val="50000"/>
              </a:spcBef>
              <a:buClrTx/>
              <a:buSzTx/>
              <a:buFontTx/>
              <a:buNone/>
            </a:pPr>
            <a:r>
              <a:rPr lang="en-US" sz="900" dirty="0"/>
              <a:t>Search</a:t>
            </a:r>
            <a:br>
              <a:rPr lang="en-US" sz="900" dirty="0"/>
            </a:br>
            <a:r>
              <a:rPr lang="en-US" sz="900" dirty="0"/>
              <a:t>Get Prod. Info</a:t>
            </a:r>
            <a:br>
              <a:rPr lang="en-US" sz="900" dirty="0"/>
            </a:br>
            <a:r>
              <a:rPr lang="en-US" sz="900" dirty="0"/>
              <a:t>Select Items</a:t>
            </a:r>
          </a:p>
        </p:txBody>
      </p:sp>
      <p:sp>
        <p:nvSpPr>
          <p:cNvPr id="56" name="Text Box 94">
            <a:extLst>
              <a:ext uri="{FF2B5EF4-FFF2-40B4-BE49-F238E27FC236}">
                <a16:creationId xmlns:a16="http://schemas.microsoft.com/office/drawing/2014/main" id="{CE8B3432-1575-4A3B-ABA8-5CABC80FF933}"/>
              </a:ext>
            </a:extLst>
          </p:cNvPr>
          <p:cNvSpPr txBox="1">
            <a:spLocks noChangeArrowheads="1"/>
          </p:cNvSpPr>
          <p:nvPr/>
        </p:nvSpPr>
        <p:spPr bwMode="auto">
          <a:xfrm>
            <a:off x="4011779" y="2515026"/>
            <a:ext cx="792232" cy="276999"/>
          </a:xfrm>
          <a:prstGeom prst="rect">
            <a:avLst/>
          </a:prstGeom>
          <a:noFill/>
          <a:ln w="12700">
            <a:noFill/>
            <a:miter lim="800000"/>
            <a:headEnd/>
            <a:tailEnd/>
          </a:ln>
        </p:spPr>
        <p:txBody>
          <a:bodyPr wrap="square" lIns="36000" tIns="0" rIns="36000" bIns="0">
            <a:spAutoFit/>
          </a:bodyPr>
          <a:lstStyle/>
          <a:p>
            <a:pPr algn="r">
              <a:spcBef>
                <a:spcPct val="50000"/>
              </a:spcBef>
              <a:buClrTx/>
              <a:buSzTx/>
              <a:buFontTx/>
              <a:buNone/>
            </a:pPr>
            <a:r>
              <a:rPr lang="en-US" sz="900" dirty="0"/>
              <a:t>Place Order</a:t>
            </a:r>
            <a:br>
              <a:rPr lang="en-US" sz="900" dirty="0"/>
            </a:br>
            <a:r>
              <a:rPr lang="en-US" sz="900" dirty="0"/>
              <a:t>Cancel Order</a:t>
            </a:r>
          </a:p>
        </p:txBody>
      </p:sp>
      <p:graphicFrame>
        <p:nvGraphicFramePr>
          <p:cNvPr id="57" name="Table 56">
            <a:extLst>
              <a:ext uri="{FF2B5EF4-FFF2-40B4-BE49-F238E27FC236}">
                <a16:creationId xmlns:a16="http://schemas.microsoft.com/office/drawing/2014/main" id="{B36249D3-8B30-41DA-A6E1-568E1EFB681A}"/>
              </a:ext>
            </a:extLst>
          </p:cNvPr>
          <p:cNvGraphicFramePr>
            <a:graphicFrameLocks noGrp="1"/>
          </p:cNvGraphicFramePr>
          <p:nvPr>
            <p:extLst>
              <p:ext uri="{D42A27DB-BD31-4B8C-83A1-F6EECF244321}">
                <p14:modId xmlns:p14="http://schemas.microsoft.com/office/powerpoint/2010/main" val="2875254550"/>
              </p:ext>
            </p:extLst>
          </p:nvPr>
        </p:nvGraphicFramePr>
        <p:xfrm>
          <a:off x="7557336" y="1620760"/>
          <a:ext cx="2967463" cy="2786384"/>
        </p:xfrm>
        <a:graphic>
          <a:graphicData uri="http://schemas.openxmlformats.org/drawingml/2006/table">
            <a:tbl>
              <a:tblPr firstRow="1" bandRow="1">
                <a:tableStyleId>{F5AB1C69-6EDB-4FF4-983F-18BD219EF322}</a:tableStyleId>
              </a:tblPr>
              <a:tblGrid>
                <a:gridCol w="1288152">
                  <a:extLst>
                    <a:ext uri="{9D8B030D-6E8A-4147-A177-3AD203B41FA5}">
                      <a16:colId xmlns:a16="http://schemas.microsoft.com/office/drawing/2014/main" val="20000"/>
                    </a:ext>
                  </a:extLst>
                </a:gridCol>
                <a:gridCol w="1679311">
                  <a:extLst>
                    <a:ext uri="{9D8B030D-6E8A-4147-A177-3AD203B41FA5}">
                      <a16:colId xmlns:a16="http://schemas.microsoft.com/office/drawing/2014/main" val="20001"/>
                    </a:ext>
                  </a:extLst>
                </a:gridCol>
              </a:tblGrid>
              <a:tr h="236913">
                <a:tc gridSpan="2">
                  <a:txBody>
                    <a:bodyPr/>
                    <a:lstStyle/>
                    <a:p>
                      <a:r>
                        <a:rPr lang="en-US" sz="1000" dirty="0">
                          <a:solidFill>
                            <a:schemeClr val="tx1"/>
                          </a:solidFill>
                        </a:rPr>
                        <a:t>Notation</a:t>
                      </a:r>
                      <a:r>
                        <a:rPr lang="en-US" sz="1000" baseline="0" dirty="0">
                          <a:solidFill>
                            <a:schemeClr val="tx1"/>
                          </a:solidFill>
                        </a:rPr>
                        <a:t> Legend</a:t>
                      </a:r>
                      <a:endParaRPr lang="en-US" sz="10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472729">
                <a:tc>
                  <a:txBody>
                    <a:bodyPr/>
                    <a:lstStyle/>
                    <a:p>
                      <a:endParaRPr lang="en-US" sz="10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dirty="0">
                          <a:solidFill>
                            <a:schemeClr val="tx1"/>
                          </a:solidFill>
                        </a:rPr>
                        <a:t>Agents</a:t>
                      </a:r>
                      <a:r>
                        <a:rPr lang="en-US" sz="900" dirty="0">
                          <a:solidFill>
                            <a:schemeClr val="tx1"/>
                          </a:solidFill>
                        </a:rPr>
                        <a:t> process information, communicate</a:t>
                      </a:r>
                      <a:r>
                        <a:rPr lang="en-US" sz="900" baseline="0" dirty="0">
                          <a:solidFill>
                            <a:schemeClr val="tx1"/>
                          </a:solidFill>
                        </a:rPr>
                        <a:t> via channels, access storages</a:t>
                      </a:r>
                      <a:endParaRPr lang="en-US" sz="9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716">
                <a:tc>
                  <a:txBody>
                    <a:bodyPr/>
                    <a:lstStyle/>
                    <a:p>
                      <a:endParaRPr lang="en-US" sz="10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dirty="0">
                          <a:solidFill>
                            <a:schemeClr val="tx1"/>
                          </a:solidFill>
                        </a:rPr>
                        <a:t>Storages</a:t>
                      </a:r>
                      <a:r>
                        <a:rPr lang="en-US" sz="900" dirty="0">
                          <a:solidFill>
                            <a:schemeClr val="tx1"/>
                          </a:solidFill>
                        </a:rPr>
                        <a:t> contain information accessed by agents.</a:t>
                      </a: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15209">
                <a:tc>
                  <a:txBody>
                    <a:bodyPr/>
                    <a:lstStyle/>
                    <a:p>
                      <a:endParaRPr lang="en-US" sz="10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dirty="0">
                          <a:solidFill>
                            <a:schemeClr val="tx1"/>
                          </a:solidFill>
                        </a:rPr>
                        <a:t>Channels</a:t>
                      </a:r>
                      <a:r>
                        <a:rPr lang="en-US" sz="900" baseline="0" dirty="0">
                          <a:solidFill>
                            <a:schemeClr val="tx1"/>
                          </a:solidFill>
                        </a:rPr>
                        <a:t> are used to transport information between agents</a:t>
                      </a:r>
                      <a:endParaRPr lang="en-US" sz="9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9944">
                <a:tc>
                  <a:txBody>
                    <a:bodyPr/>
                    <a:lstStyle/>
                    <a:p>
                      <a:endParaRPr lang="en-US" sz="10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dirty="0">
                          <a:solidFill>
                            <a:schemeClr val="tx1"/>
                          </a:solidFill>
                        </a:rPr>
                        <a:t>Request-response</a:t>
                      </a:r>
                      <a:r>
                        <a:rPr lang="en-US" sz="900" b="1" baseline="0" dirty="0">
                          <a:solidFill>
                            <a:schemeClr val="tx1"/>
                          </a:solidFill>
                        </a:rPr>
                        <a:t> Channels</a:t>
                      </a:r>
                      <a:r>
                        <a:rPr lang="en-US" sz="900" baseline="0" dirty="0">
                          <a:solidFill>
                            <a:schemeClr val="tx1"/>
                          </a:solidFill>
                        </a:rPr>
                        <a:t> show the direction of the Request, indicating the triggering agent (=the Client)</a:t>
                      </a:r>
                      <a:endParaRPr lang="en-US" sz="9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56973">
                <a:tc>
                  <a:txBody>
                    <a:bodyPr/>
                    <a:lstStyle/>
                    <a:p>
                      <a:endParaRPr lang="en-US" sz="100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dirty="0">
                          <a:solidFill>
                            <a:schemeClr val="tx1"/>
                          </a:solidFill>
                        </a:rPr>
                        <a:t>Modifying Access</a:t>
                      </a:r>
                      <a:r>
                        <a:rPr lang="en-US" sz="900" dirty="0">
                          <a:solidFill>
                            <a:schemeClr val="tx1"/>
                          </a:solidFill>
                        </a:rPr>
                        <a:t>: A</a:t>
                      </a:r>
                      <a:r>
                        <a:rPr lang="en-US" sz="900" baseline="0" dirty="0">
                          <a:solidFill>
                            <a:schemeClr val="tx1"/>
                          </a:solidFill>
                        </a:rPr>
                        <a:t> can read and write storage content</a:t>
                      </a:r>
                      <a:endParaRPr lang="en-US" sz="9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1342">
                <a:tc>
                  <a:txBody>
                    <a:bodyPr/>
                    <a:lstStyle/>
                    <a:p>
                      <a:endParaRPr lang="en-US" sz="10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900" b="1" dirty="0">
                          <a:solidFill>
                            <a:schemeClr val="tx1"/>
                          </a:solidFill>
                        </a:rPr>
                        <a:t>Read-only</a:t>
                      </a:r>
                      <a:r>
                        <a:rPr lang="en-US" sz="900" b="1" baseline="0" dirty="0">
                          <a:solidFill>
                            <a:schemeClr val="tx1"/>
                          </a:solidFill>
                        </a:rPr>
                        <a:t> Access</a:t>
                      </a:r>
                      <a:r>
                        <a:rPr lang="en-US" sz="900" baseline="0" dirty="0">
                          <a:solidFill>
                            <a:schemeClr val="tx1"/>
                          </a:solidFill>
                        </a:rPr>
                        <a:t>: A can only read storage content</a:t>
                      </a:r>
                      <a:endParaRPr lang="en-US" sz="900" dirty="0">
                        <a:solidFill>
                          <a:schemeClr val="tx1"/>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58" name="Rectangle 34">
            <a:extLst>
              <a:ext uri="{FF2B5EF4-FFF2-40B4-BE49-F238E27FC236}">
                <a16:creationId xmlns:a16="http://schemas.microsoft.com/office/drawing/2014/main" id="{0FA162BA-0783-4767-9FF5-A6D6520A3258}"/>
              </a:ext>
            </a:extLst>
          </p:cNvPr>
          <p:cNvSpPr>
            <a:spLocks noChangeArrowheads="1"/>
          </p:cNvSpPr>
          <p:nvPr/>
        </p:nvSpPr>
        <p:spPr bwMode="auto">
          <a:xfrm>
            <a:off x="7619249" y="1979535"/>
            <a:ext cx="576262" cy="252412"/>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000" dirty="0"/>
              <a:t>Agent</a:t>
            </a:r>
          </a:p>
        </p:txBody>
      </p:sp>
      <p:grpSp>
        <p:nvGrpSpPr>
          <p:cNvPr id="59" name="Group 108">
            <a:extLst>
              <a:ext uri="{FF2B5EF4-FFF2-40B4-BE49-F238E27FC236}">
                <a16:creationId xmlns:a16="http://schemas.microsoft.com/office/drawing/2014/main" id="{DFB18730-CDC7-4353-B2AE-0DC42571E2F5}"/>
              </a:ext>
            </a:extLst>
          </p:cNvPr>
          <p:cNvGrpSpPr>
            <a:grpSpLocks noChangeAspect="1"/>
          </p:cNvGrpSpPr>
          <p:nvPr/>
        </p:nvGrpSpPr>
        <p:grpSpPr bwMode="auto">
          <a:xfrm>
            <a:off x="8406649" y="1935085"/>
            <a:ext cx="223837" cy="303212"/>
            <a:chOff x="6921794" y="3663433"/>
            <a:chExt cx="318977" cy="431800"/>
          </a:xfrm>
        </p:grpSpPr>
        <p:sp>
          <p:nvSpPr>
            <p:cNvPr id="60" name="Rectangle 21">
              <a:extLst>
                <a:ext uri="{FF2B5EF4-FFF2-40B4-BE49-F238E27FC236}">
                  <a16:creationId xmlns:a16="http://schemas.microsoft.com/office/drawing/2014/main" id="{8A04725B-FF17-4035-B1D9-1ACB63641ED9}"/>
                </a:ext>
              </a:extLst>
            </p:cNvPr>
            <p:cNvSpPr>
              <a:spLocks noChangeArrowheads="1"/>
            </p:cNvSpPr>
            <p:nvPr/>
          </p:nvSpPr>
          <p:spPr bwMode="auto">
            <a:xfrm>
              <a:off x="6921794" y="3663433"/>
              <a:ext cx="318977" cy="431800"/>
            </a:xfrm>
            <a:prstGeom prst="rect">
              <a:avLst/>
            </a:prstGeom>
            <a:solidFill>
              <a:schemeClr val="bg1"/>
            </a:solidFill>
            <a:ln w="17780">
              <a:solidFill>
                <a:schemeClr val="tx1"/>
              </a:solidFill>
              <a:miter lim="800000"/>
              <a:headEnd/>
              <a:tailEnd/>
            </a:ln>
          </p:spPr>
          <p:txBody>
            <a:bodyPr lIns="36000" tIns="36000" rIns="36000" bIns="36000" anchor="ctr"/>
            <a:lstStyle/>
            <a:p>
              <a:pPr>
                <a:buClrTx/>
                <a:buSzTx/>
                <a:buFontTx/>
                <a:buNone/>
              </a:pPr>
              <a:endParaRPr lang="en-US" sz="1200"/>
            </a:p>
          </p:txBody>
        </p:sp>
        <p:grpSp>
          <p:nvGrpSpPr>
            <p:cNvPr id="61" name="Group 22">
              <a:extLst>
                <a:ext uri="{FF2B5EF4-FFF2-40B4-BE49-F238E27FC236}">
                  <a16:creationId xmlns:a16="http://schemas.microsoft.com/office/drawing/2014/main" id="{7098BD68-186B-446C-B036-45A197DC39FD}"/>
                </a:ext>
              </a:extLst>
            </p:cNvPr>
            <p:cNvGrpSpPr>
              <a:grpSpLocks/>
            </p:cNvGrpSpPr>
            <p:nvPr/>
          </p:nvGrpSpPr>
          <p:grpSpPr bwMode="auto">
            <a:xfrm>
              <a:off x="6995499" y="3722170"/>
              <a:ext cx="166688" cy="287338"/>
              <a:chOff x="1347" y="522"/>
              <a:chExt cx="105" cy="181"/>
            </a:xfrm>
          </p:grpSpPr>
          <p:sp>
            <p:nvSpPr>
              <p:cNvPr id="62" name="Oval 23">
                <a:extLst>
                  <a:ext uri="{FF2B5EF4-FFF2-40B4-BE49-F238E27FC236}">
                    <a16:creationId xmlns:a16="http://schemas.microsoft.com/office/drawing/2014/main" id="{4E6E424B-A835-4673-B800-22619BE7F326}"/>
                  </a:ext>
                </a:extLst>
              </p:cNvPr>
              <p:cNvSpPr>
                <a:spLocks noChangeArrowheads="1"/>
              </p:cNvSpPr>
              <p:nvPr/>
            </p:nvSpPr>
            <p:spPr bwMode="auto">
              <a:xfrm>
                <a:off x="1374" y="522"/>
                <a:ext cx="52" cy="52"/>
              </a:xfrm>
              <a:prstGeom prst="ellipse">
                <a:avLst/>
              </a:prstGeom>
              <a:noFill/>
              <a:ln w="7200">
                <a:solidFill>
                  <a:srgbClr val="000000"/>
                </a:solidFill>
                <a:round/>
                <a:headEnd/>
                <a:tailEnd/>
              </a:ln>
            </p:spPr>
            <p:txBody>
              <a:bodyPr wrap="none" anchor="ctr"/>
              <a:lstStyle/>
              <a:p>
                <a:endParaRPr lang="en-US"/>
              </a:p>
            </p:txBody>
          </p:sp>
          <p:sp>
            <p:nvSpPr>
              <p:cNvPr id="63" name="Line 24">
                <a:extLst>
                  <a:ext uri="{FF2B5EF4-FFF2-40B4-BE49-F238E27FC236}">
                    <a16:creationId xmlns:a16="http://schemas.microsoft.com/office/drawing/2014/main" id="{750F63C0-AD63-49B6-941E-96816CC111BC}"/>
                  </a:ext>
                </a:extLst>
              </p:cNvPr>
              <p:cNvSpPr>
                <a:spLocks noChangeShapeType="1"/>
              </p:cNvSpPr>
              <p:nvPr/>
            </p:nvSpPr>
            <p:spPr bwMode="auto">
              <a:xfrm>
                <a:off x="1400" y="574"/>
                <a:ext cx="1" cy="78"/>
              </a:xfrm>
              <a:prstGeom prst="line">
                <a:avLst/>
              </a:prstGeom>
              <a:noFill/>
              <a:ln w="7200">
                <a:solidFill>
                  <a:srgbClr val="000000"/>
                </a:solidFill>
                <a:round/>
                <a:headEnd/>
                <a:tailEnd/>
              </a:ln>
            </p:spPr>
            <p:txBody>
              <a:bodyPr/>
              <a:lstStyle/>
              <a:p>
                <a:endParaRPr lang="en-US"/>
              </a:p>
            </p:txBody>
          </p:sp>
          <p:sp>
            <p:nvSpPr>
              <p:cNvPr id="64" name="Line 25">
                <a:extLst>
                  <a:ext uri="{FF2B5EF4-FFF2-40B4-BE49-F238E27FC236}">
                    <a16:creationId xmlns:a16="http://schemas.microsoft.com/office/drawing/2014/main" id="{8CCAEA38-4965-4822-AFC0-E28BA0E52432}"/>
                  </a:ext>
                </a:extLst>
              </p:cNvPr>
              <p:cNvSpPr>
                <a:spLocks noChangeShapeType="1"/>
              </p:cNvSpPr>
              <p:nvPr/>
            </p:nvSpPr>
            <p:spPr bwMode="auto">
              <a:xfrm flipV="1">
                <a:off x="1400" y="572"/>
                <a:ext cx="52" cy="28"/>
              </a:xfrm>
              <a:prstGeom prst="line">
                <a:avLst/>
              </a:prstGeom>
              <a:noFill/>
              <a:ln w="7200">
                <a:solidFill>
                  <a:srgbClr val="000000"/>
                </a:solidFill>
                <a:round/>
                <a:headEnd/>
                <a:tailEnd/>
              </a:ln>
            </p:spPr>
            <p:txBody>
              <a:bodyPr/>
              <a:lstStyle/>
              <a:p>
                <a:endParaRPr lang="en-US"/>
              </a:p>
            </p:txBody>
          </p:sp>
          <p:sp>
            <p:nvSpPr>
              <p:cNvPr id="65" name="Line 26">
                <a:extLst>
                  <a:ext uri="{FF2B5EF4-FFF2-40B4-BE49-F238E27FC236}">
                    <a16:creationId xmlns:a16="http://schemas.microsoft.com/office/drawing/2014/main" id="{9B3C7864-9B34-459C-8C33-86EB023B0A15}"/>
                  </a:ext>
                </a:extLst>
              </p:cNvPr>
              <p:cNvSpPr>
                <a:spLocks noChangeShapeType="1"/>
              </p:cNvSpPr>
              <p:nvPr/>
            </p:nvSpPr>
            <p:spPr bwMode="auto">
              <a:xfrm flipH="1" flipV="1">
                <a:off x="1347" y="572"/>
                <a:ext cx="54" cy="28"/>
              </a:xfrm>
              <a:prstGeom prst="line">
                <a:avLst/>
              </a:prstGeom>
              <a:noFill/>
              <a:ln w="7200">
                <a:solidFill>
                  <a:srgbClr val="000000"/>
                </a:solidFill>
                <a:round/>
                <a:headEnd/>
                <a:tailEnd/>
              </a:ln>
            </p:spPr>
            <p:txBody>
              <a:bodyPr/>
              <a:lstStyle/>
              <a:p>
                <a:endParaRPr lang="en-US"/>
              </a:p>
            </p:txBody>
          </p:sp>
          <p:sp>
            <p:nvSpPr>
              <p:cNvPr id="66" name="Line 27">
                <a:extLst>
                  <a:ext uri="{FF2B5EF4-FFF2-40B4-BE49-F238E27FC236}">
                    <a16:creationId xmlns:a16="http://schemas.microsoft.com/office/drawing/2014/main" id="{E884B9BB-1E25-479E-B77E-406A1463B3D7}"/>
                  </a:ext>
                </a:extLst>
              </p:cNvPr>
              <p:cNvSpPr>
                <a:spLocks noChangeShapeType="1"/>
              </p:cNvSpPr>
              <p:nvPr/>
            </p:nvSpPr>
            <p:spPr bwMode="auto">
              <a:xfrm flipH="1">
                <a:off x="1347" y="651"/>
                <a:ext cx="54" cy="52"/>
              </a:xfrm>
              <a:prstGeom prst="line">
                <a:avLst/>
              </a:prstGeom>
              <a:noFill/>
              <a:ln w="7200">
                <a:solidFill>
                  <a:srgbClr val="000000"/>
                </a:solidFill>
                <a:round/>
                <a:headEnd/>
                <a:tailEnd/>
              </a:ln>
            </p:spPr>
            <p:txBody>
              <a:bodyPr/>
              <a:lstStyle/>
              <a:p>
                <a:endParaRPr lang="en-US"/>
              </a:p>
            </p:txBody>
          </p:sp>
          <p:sp>
            <p:nvSpPr>
              <p:cNvPr id="67" name="Line 28">
                <a:extLst>
                  <a:ext uri="{FF2B5EF4-FFF2-40B4-BE49-F238E27FC236}">
                    <a16:creationId xmlns:a16="http://schemas.microsoft.com/office/drawing/2014/main" id="{DD90A28F-E0FF-4E84-8D75-36B7FF426BC1}"/>
                  </a:ext>
                </a:extLst>
              </p:cNvPr>
              <p:cNvSpPr>
                <a:spLocks noChangeShapeType="1"/>
              </p:cNvSpPr>
              <p:nvPr/>
            </p:nvSpPr>
            <p:spPr bwMode="auto">
              <a:xfrm>
                <a:off x="1400" y="651"/>
                <a:ext cx="52" cy="52"/>
              </a:xfrm>
              <a:prstGeom prst="line">
                <a:avLst/>
              </a:prstGeom>
              <a:noFill/>
              <a:ln w="7200">
                <a:solidFill>
                  <a:srgbClr val="000000"/>
                </a:solidFill>
                <a:round/>
                <a:headEnd/>
                <a:tailEnd/>
              </a:ln>
            </p:spPr>
            <p:txBody>
              <a:bodyPr/>
              <a:lstStyle/>
              <a:p>
                <a:endParaRPr lang="en-US"/>
              </a:p>
            </p:txBody>
          </p:sp>
        </p:grpSp>
      </p:grpSp>
      <p:sp>
        <p:nvSpPr>
          <p:cNvPr id="68" name="AutoShape 50">
            <a:extLst>
              <a:ext uri="{FF2B5EF4-FFF2-40B4-BE49-F238E27FC236}">
                <a16:creationId xmlns:a16="http://schemas.microsoft.com/office/drawing/2014/main" id="{7215A9E2-02A6-488B-8AB3-2C8217EA8092}"/>
              </a:ext>
            </a:extLst>
          </p:cNvPr>
          <p:cNvSpPr>
            <a:spLocks noChangeArrowheads="1"/>
          </p:cNvSpPr>
          <p:nvPr/>
        </p:nvSpPr>
        <p:spPr bwMode="auto">
          <a:xfrm>
            <a:off x="7614486" y="2400222"/>
            <a:ext cx="720725" cy="252413"/>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Storage</a:t>
            </a:r>
          </a:p>
        </p:txBody>
      </p:sp>
      <p:grpSp>
        <p:nvGrpSpPr>
          <p:cNvPr id="69" name="Group 188">
            <a:extLst>
              <a:ext uri="{FF2B5EF4-FFF2-40B4-BE49-F238E27FC236}">
                <a16:creationId xmlns:a16="http://schemas.microsoft.com/office/drawing/2014/main" id="{8BB6BE2F-64A3-41DE-917D-57D30BD6C757}"/>
              </a:ext>
            </a:extLst>
          </p:cNvPr>
          <p:cNvGrpSpPr>
            <a:grpSpLocks/>
          </p:cNvGrpSpPr>
          <p:nvPr/>
        </p:nvGrpSpPr>
        <p:grpSpPr bwMode="auto">
          <a:xfrm>
            <a:off x="7616074" y="3708322"/>
            <a:ext cx="971550" cy="300038"/>
            <a:chOff x="4412853" y="6078419"/>
            <a:chExt cx="971994" cy="299942"/>
          </a:xfrm>
        </p:grpSpPr>
        <p:sp>
          <p:nvSpPr>
            <p:cNvPr id="70" name="Rectangle 34">
              <a:extLst>
                <a:ext uri="{FF2B5EF4-FFF2-40B4-BE49-F238E27FC236}">
                  <a16:creationId xmlns:a16="http://schemas.microsoft.com/office/drawing/2014/main" id="{719A9BBA-9547-4073-9A53-1D98C655AE6C}"/>
                </a:ext>
              </a:extLst>
            </p:cNvPr>
            <p:cNvSpPr>
              <a:spLocks noChangeArrowheads="1"/>
            </p:cNvSpPr>
            <p:nvPr/>
          </p:nvSpPr>
          <p:spPr bwMode="auto">
            <a:xfrm>
              <a:off x="4412853" y="6138725"/>
              <a:ext cx="360527" cy="179331"/>
            </a:xfrm>
            <a:prstGeom prst="rect">
              <a:avLst/>
            </a:prstGeom>
            <a:solidFill>
              <a:schemeClr val="bg1"/>
            </a:solidFill>
            <a:ln w="17780">
              <a:solidFill>
                <a:schemeClr val="tx1">
                  <a:lumMod val="50000"/>
                  <a:lumOff val="50000"/>
                </a:schemeClr>
              </a:solidFill>
              <a:miter lim="800000"/>
              <a:headEnd/>
              <a:tailEnd/>
            </a:ln>
          </p:spPr>
          <p:txBody>
            <a:bodyPr lIns="36000" tIns="36000" rIns="36000" bIns="36000" anchor="ctr"/>
            <a:lstStyle/>
            <a:p>
              <a:pPr algn="ctr">
                <a:buClrTx/>
                <a:buSzTx/>
                <a:buFontTx/>
                <a:buNone/>
                <a:defRPr/>
              </a:pPr>
              <a:r>
                <a:rPr lang="en-US" sz="1000" dirty="0">
                  <a:solidFill>
                    <a:schemeClr val="tx1">
                      <a:lumMod val="50000"/>
                      <a:lumOff val="50000"/>
                    </a:schemeClr>
                  </a:solidFill>
                </a:rPr>
                <a:t>A</a:t>
              </a:r>
            </a:p>
          </p:txBody>
        </p:sp>
        <p:sp>
          <p:nvSpPr>
            <p:cNvPr id="71" name="AutoShape 50">
              <a:extLst>
                <a:ext uri="{FF2B5EF4-FFF2-40B4-BE49-F238E27FC236}">
                  <a16:creationId xmlns:a16="http://schemas.microsoft.com/office/drawing/2014/main" id="{E1876BB1-F2A1-4BBF-8DDD-52D44F502F54}"/>
                </a:ext>
              </a:extLst>
            </p:cNvPr>
            <p:cNvSpPr>
              <a:spLocks noChangeArrowheads="1"/>
            </p:cNvSpPr>
            <p:nvPr/>
          </p:nvSpPr>
          <p:spPr bwMode="auto">
            <a:xfrm>
              <a:off x="5024319" y="6138725"/>
              <a:ext cx="360528" cy="179331"/>
            </a:xfrm>
            <a:prstGeom prst="roundRect">
              <a:avLst>
                <a:gd name="adj" fmla="val 50000"/>
              </a:avLst>
            </a:prstGeom>
            <a:solidFill>
              <a:schemeClr val="bg1"/>
            </a:solidFill>
            <a:ln w="17780">
              <a:solidFill>
                <a:schemeClr val="tx1">
                  <a:lumMod val="50000"/>
                  <a:lumOff val="50000"/>
                </a:schemeClr>
              </a:solidFill>
              <a:round/>
              <a:headEnd/>
              <a:tailEnd/>
            </a:ln>
          </p:spPr>
          <p:txBody>
            <a:bodyPr lIns="36000" tIns="36000" rIns="36000" bIns="36000" anchor="ctr"/>
            <a:lstStyle/>
            <a:p>
              <a:pPr algn="ctr">
                <a:buClrTx/>
                <a:buSzTx/>
                <a:buFontTx/>
                <a:buNone/>
                <a:defRPr/>
              </a:pPr>
              <a:r>
                <a:rPr lang="en-US" sz="1000" dirty="0">
                  <a:solidFill>
                    <a:schemeClr val="tx1">
                      <a:lumMod val="50000"/>
                      <a:lumOff val="50000"/>
                    </a:schemeClr>
                  </a:solidFill>
                </a:rPr>
                <a:t>S</a:t>
              </a:r>
            </a:p>
          </p:txBody>
        </p:sp>
        <p:grpSp>
          <p:nvGrpSpPr>
            <p:cNvPr id="72" name="Group 129">
              <a:extLst>
                <a:ext uri="{FF2B5EF4-FFF2-40B4-BE49-F238E27FC236}">
                  <a16:creationId xmlns:a16="http://schemas.microsoft.com/office/drawing/2014/main" id="{B673B27C-EEA9-454C-8364-F25D67889DD6}"/>
                </a:ext>
              </a:extLst>
            </p:cNvPr>
            <p:cNvGrpSpPr>
              <a:grpSpLocks/>
            </p:cNvGrpSpPr>
            <p:nvPr/>
          </p:nvGrpSpPr>
          <p:grpSpPr bwMode="auto">
            <a:xfrm rot="5400000">
              <a:off x="4759165" y="6095414"/>
              <a:ext cx="301050" cy="267068"/>
              <a:chOff x="998" y="3624"/>
              <a:chExt cx="272" cy="272"/>
            </a:xfrm>
          </p:grpSpPr>
          <p:sp>
            <p:nvSpPr>
              <p:cNvPr id="73" name="Freeform 130">
                <a:extLst>
                  <a:ext uri="{FF2B5EF4-FFF2-40B4-BE49-F238E27FC236}">
                    <a16:creationId xmlns:a16="http://schemas.microsoft.com/office/drawing/2014/main" id="{84B19222-4A4A-4B0D-91BF-37E607C0AFF0}"/>
                  </a:ext>
                </a:extLst>
              </p:cNvPr>
              <p:cNvSpPr>
                <a:spLocks/>
              </p:cNvSpPr>
              <p:nvPr/>
            </p:nvSpPr>
            <p:spPr bwMode="auto">
              <a:xfrm>
                <a:off x="1043" y="3624"/>
                <a:ext cx="46" cy="272"/>
              </a:xfrm>
              <a:custGeom>
                <a:avLst/>
                <a:gdLst>
                  <a:gd name="T0" fmla="*/ 3 w 201"/>
                  <a:gd name="T1" fmla="*/ 0 h 1201"/>
                  <a:gd name="T2" fmla="*/ 3 w 201"/>
                  <a:gd name="T3" fmla="*/ 14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200" y="0"/>
                    </a:moveTo>
                    <a:cubicBezTo>
                      <a:pt x="0" y="400"/>
                      <a:pt x="0" y="800"/>
                      <a:pt x="200" y="1200"/>
                    </a:cubicBezTo>
                  </a:path>
                </a:pathLst>
              </a:custGeom>
              <a:noFill/>
              <a:ln w="8890">
                <a:solidFill>
                  <a:srgbClr val="000000"/>
                </a:solidFill>
                <a:round/>
                <a:headEnd/>
                <a:tailEnd type="triangle" w="med" len="med"/>
              </a:ln>
            </p:spPr>
            <p:txBody>
              <a:bodyPr/>
              <a:lstStyle/>
              <a:p>
                <a:endParaRPr lang="en-US" dirty="0"/>
              </a:p>
            </p:txBody>
          </p:sp>
          <p:sp>
            <p:nvSpPr>
              <p:cNvPr id="74" name="Freeform 131">
                <a:extLst>
                  <a:ext uri="{FF2B5EF4-FFF2-40B4-BE49-F238E27FC236}">
                    <a16:creationId xmlns:a16="http://schemas.microsoft.com/office/drawing/2014/main" id="{3E0A6312-61C8-4067-94DA-0B15A13D97F5}"/>
                  </a:ext>
                </a:extLst>
              </p:cNvPr>
              <p:cNvSpPr>
                <a:spLocks/>
              </p:cNvSpPr>
              <p:nvPr/>
            </p:nvSpPr>
            <p:spPr bwMode="auto">
              <a:xfrm>
                <a:off x="1179" y="3624"/>
                <a:ext cx="46" cy="272"/>
              </a:xfrm>
              <a:custGeom>
                <a:avLst/>
                <a:gdLst>
                  <a:gd name="T0" fmla="*/ 0 w 201"/>
                  <a:gd name="T1" fmla="*/ 14 h 1201"/>
                  <a:gd name="T2" fmla="*/ 0 w 201"/>
                  <a:gd name="T3" fmla="*/ 0 h 1201"/>
                  <a:gd name="T4" fmla="*/ 0 60000 65536"/>
                  <a:gd name="T5" fmla="*/ 0 60000 65536"/>
                  <a:gd name="T6" fmla="*/ 0 w 201"/>
                  <a:gd name="T7" fmla="*/ 0 h 1201"/>
                  <a:gd name="T8" fmla="*/ 201 w 201"/>
                  <a:gd name="T9" fmla="*/ 1201 h 1201"/>
                </a:gdLst>
                <a:ahLst/>
                <a:cxnLst>
                  <a:cxn ang="T4">
                    <a:pos x="T0" y="T1"/>
                  </a:cxn>
                  <a:cxn ang="T5">
                    <a:pos x="T2" y="T3"/>
                  </a:cxn>
                </a:cxnLst>
                <a:rect l="T6" t="T7" r="T8" b="T9"/>
                <a:pathLst>
                  <a:path w="201" h="1201">
                    <a:moveTo>
                      <a:pt x="0" y="1200"/>
                    </a:moveTo>
                    <a:cubicBezTo>
                      <a:pt x="200" y="800"/>
                      <a:pt x="200" y="400"/>
                      <a:pt x="0" y="0"/>
                    </a:cubicBezTo>
                  </a:path>
                </a:pathLst>
              </a:custGeom>
              <a:noFill/>
              <a:ln w="8890">
                <a:solidFill>
                  <a:srgbClr val="000000"/>
                </a:solidFill>
                <a:round/>
                <a:headEnd/>
                <a:tailEnd type="triangle" w="med" len="med"/>
              </a:ln>
            </p:spPr>
            <p:txBody>
              <a:bodyPr/>
              <a:lstStyle/>
              <a:p>
                <a:endParaRPr lang="en-US"/>
              </a:p>
            </p:txBody>
          </p:sp>
          <p:sp>
            <p:nvSpPr>
              <p:cNvPr id="75" name="AutoShape 132">
                <a:extLst>
                  <a:ext uri="{FF2B5EF4-FFF2-40B4-BE49-F238E27FC236}">
                    <a16:creationId xmlns:a16="http://schemas.microsoft.com/office/drawing/2014/main" id="{5CC8CB93-CF3B-4990-81DA-9942D73E1D32}"/>
                  </a:ext>
                </a:extLst>
              </p:cNvPr>
              <p:cNvSpPr>
                <a:spLocks noChangeArrowheads="1"/>
              </p:cNvSpPr>
              <p:nvPr/>
            </p:nvSpPr>
            <p:spPr bwMode="auto">
              <a:xfrm>
                <a:off x="998" y="3624"/>
                <a:ext cx="272" cy="272"/>
              </a:xfrm>
              <a:prstGeom prst="roundRect">
                <a:avLst>
                  <a:gd name="adj" fmla="val 366"/>
                </a:avLst>
              </a:prstGeom>
              <a:noFill/>
              <a:ln w="9525">
                <a:noFill/>
                <a:round/>
                <a:headEnd/>
                <a:tailEnd/>
              </a:ln>
            </p:spPr>
            <p:txBody>
              <a:bodyPr wrap="none" anchor="ctr"/>
              <a:lstStyle/>
              <a:p>
                <a:endParaRPr lang="en-US"/>
              </a:p>
            </p:txBody>
          </p:sp>
        </p:grpSp>
      </p:grpSp>
      <p:grpSp>
        <p:nvGrpSpPr>
          <p:cNvPr id="76" name="Group 176">
            <a:extLst>
              <a:ext uri="{FF2B5EF4-FFF2-40B4-BE49-F238E27FC236}">
                <a16:creationId xmlns:a16="http://schemas.microsoft.com/office/drawing/2014/main" id="{87BA3D86-731B-4004-B1FB-9C12E99024CE}"/>
              </a:ext>
            </a:extLst>
          </p:cNvPr>
          <p:cNvGrpSpPr>
            <a:grpSpLocks/>
          </p:cNvGrpSpPr>
          <p:nvPr/>
        </p:nvGrpSpPr>
        <p:grpSpPr bwMode="auto">
          <a:xfrm>
            <a:off x="7604961" y="3187622"/>
            <a:ext cx="1152525" cy="269875"/>
            <a:chOff x="3846267" y="6398755"/>
            <a:chExt cx="1152202" cy="270982"/>
          </a:xfrm>
        </p:grpSpPr>
        <p:sp>
          <p:nvSpPr>
            <p:cNvPr id="77" name="Rectangle 34">
              <a:extLst>
                <a:ext uri="{FF2B5EF4-FFF2-40B4-BE49-F238E27FC236}">
                  <a16:creationId xmlns:a16="http://schemas.microsoft.com/office/drawing/2014/main" id="{6D9D4078-D942-4D97-97C1-10328A835556}"/>
                </a:ext>
              </a:extLst>
            </p:cNvPr>
            <p:cNvSpPr>
              <a:spLocks noChangeArrowheads="1"/>
            </p:cNvSpPr>
            <p:nvPr/>
          </p:nvSpPr>
          <p:spPr bwMode="auto">
            <a:xfrm>
              <a:off x="3846267" y="6489614"/>
              <a:ext cx="431679" cy="180123"/>
            </a:xfrm>
            <a:prstGeom prst="rect">
              <a:avLst/>
            </a:prstGeom>
            <a:solidFill>
              <a:schemeClr val="bg1"/>
            </a:solidFill>
            <a:ln w="17780">
              <a:solidFill>
                <a:schemeClr val="tx1">
                  <a:lumMod val="50000"/>
                  <a:lumOff val="50000"/>
                </a:schemeClr>
              </a:solidFill>
              <a:miter lim="800000"/>
              <a:headEnd/>
              <a:tailEnd/>
            </a:ln>
          </p:spPr>
          <p:txBody>
            <a:bodyPr lIns="36000" tIns="36000" rIns="36000" bIns="36000" anchor="ctr"/>
            <a:lstStyle/>
            <a:p>
              <a:pPr algn="ctr">
                <a:buClrTx/>
                <a:buSzTx/>
                <a:buFontTx/>
                <a:buNone/>
                <a:defRPr/>
              </a:pPr>
              <a:r>
                <a:rPr lang="en-US" sz="900" dirty="0">
                  <a:solidFill>
                    <a:schemeClr val="tx1">
                      <a:lumMod val="50000"/>
                      <a:lumOff val="50000"/>
                    </a:schemeClr>
                  </a:solidFill>
                </a:rPr>
                <a:t>Client</a:t>
              </a:r>
            </a:p>
          </p:txBody>
        </p:sp>
        <p:sp>
          <p:nvSpPr>
            <p:cNvPr id="78" name="Rectangle 34">
              <a:extLst>
                <a:ext uri="{FF2B5EF4-FFF2-40B4-BE49-F238E27FC236}">
                  <a16:creationId xmlns:a16="http://schemas.microsoft.com/office/drawing/2014/main" id="{76B28EB0-A8EF-4E3E-9843-25A81800697C}"/>
                </a:ext>
              </a:extLst>
            </p:cNvPr>
            <p:cNvSpPr>
              <a:spLocks noChangeArrowheads="1"/>
            </p:cNvSpPr>
            <p:nvPr/>
          </p:nvSpPr>
          <p:spPr bwMode="auto">
            <a:xfrm>
              <a:off x="4566790" y="6489614"/>
              <a:ext cx="431679" cy="180123"/>
            </a:xfrm>
            <a:prstGeom prst="rect">
              <a:avLst/>
            </a:prstGeom>
            <a:solidFill>
              <a:schemeClr val="bg1"/>
            </a:solidFill>
            <a:ln w="17780">
              <a:solidFill>
                <a:schemeClr val="tx1">
                  <a:lumMod val="50000"/>
                  <a:lumOff val="50000"/>
                </a:schemeClr>
              </a:solidFill>
              <a:miter lim="800000"/>
              <a:headEnd/>
              <a:tailEnd/>
            </a:ln>
          </p:spPr>
          <p:txBody>
            <a:bodyPr lIns="36000" tIns="36000" rIns="36000" bIns="36000" anchor="ctr"/>
            <a:lstStyle/>
            <a:p>
              <a:pPr algn="ctr">
                <a:buClrTx/>
                <a:buSzTx/>
                <a:buFontTx/>
                <a:buNone/>
                <a:defRPr/>
              </a:pPr>
              <a:r>
                <a:rPr lang="en-US" sz="900" dirty="0">
                  <a:solidFill>
                    <a:schemeClr val="tx1">
                      <a:lumMod val="50000"/>
                      <a:lumOff val="50000"/>
                    </a:schemeClr>
                  </a:solidFill>
                </a:rPr>
                <a:t>Server</a:t>
              </a:r>
            </a:p>
          </p:txBody>
        </p:sp>
        <p:sp>
          <p:nvSpPr>
            <p:cNvPr id="79" name="AutoShape 79">
              <a:extLst>
                <a:ext uri="{FF2B5EF4-FFF2-40B4-BE49-F238E27FC236}">
                  <a16:creationId xmlns:a16="http://schemas.microsoft.com/office/drawing/2014/main" id="{37BD2AAD-2094-4AAF-88C9-1A3D883756CC}"/>
                </a:ext>
              </a:extLst>
            </p:cNvPr>
            <p:cNvSpPr>
              <a:spLocks noChangeArrowheads="1"/>
            </p:cNvSpPr>
            <p:nvPr/>
          </p:nvSpPr>
          <p:spPr bwMode="auto">
            <a:xfrm rot="5400000">
              <a:off x="4369994" y="6525737"/>
              <a:ext cx="108000" cy="108000"/>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80" name="AutoShape 80">
              <a:extLst>
                <a:ext uri="{FF2B5EF4-FFF2-40B4-BE49-F238E27FC236}">
                  <a16:creationId xmlns:a16="http://schemas.microsoft.com/office/drawing/2014/main" id="{5CFFC1CD-BE3A-4156-8FE9-95C39DC311E2}"/>
                </a:ext>
              </a:extLst>
            </p:cNvPr>
            <p:cNvCxnSpPr>
              <a:cxnSpLocks noChangeShapeType="1"/>
              <a:stCxn id="77" idx="3"/>
              <a:endCxn id="79" idx="4"/>
            </p:cNvCxnSpPr>
            <p:nvPr/>
          </p:nvCxnSpPr>
          <p:spPr bwMode="auto">
            <a:xfrm>
              <a:off x="4278267" y="6579737"/>
              <a:ext cx="91727" cy="1588"/>
            </a:xfrm>
            <a:prstGeom prst="straightConnector1">
              <a:avLst/>
            </a:prstGeom>
            <a:noFill/>
            <a:ln w="8890">
              <a:solidFill>
                <a:schemeClr val="tx1"/>
              </a:solidFill>
              <a:round/>
              <a:headEnd/>
              <a:tailEnd/>
            </a:ln>
          </p:spPr>
        </p:cxnSp>
        <p:cxnSp>
          <p:nvCxnSpPr>
            <p:cNvPr id="81" name="AutoShape 81">
              <a:extLst>
                <a:ext uri="{FF2B5EF4-FFF2-40B4-BE49-F238E27FC236}">
                  <a16:creationId xmlns:a16="http://schemas.microsoft.com/office/drawing/2014/main" id="{58B951F4-DC43-4628-9BE8-F996FEE302C6}"/>
                </a:ext>
              </a:extLst>
            </p:cNvPr>
            <p:cNvCxnSpPr>
              <a:cxnSpLocks noChangeShapeType="1"/>
              <a:stCxn id="79" idx="0"/>
              <a:endCxn id="78" idx="1"/>
            </p:cNvCxnSpPr>
            <p:nvPr/>
          </p:nvCxnSpPr>
          <p:spPr bwMode="auto">
            <a:xfrm>
              <a:off x="4477994" y="6579737"/>
              <a:ext cx="88475" cy="1588"/>
            </a:xfrm>
            <a:prstGeom prst="straightConnector1">
              <a:avLst/>
            </a:prstGeom>
            <a:noFill/>
            <a:ln w="8890">
              <a:solidFill>
                <a:schemeClr val="tx1"/>
              </a:solidFill>
              <a:round/>
              <a:headEnd/>
              <a:tailEnd/>
            </a:ln>
          </p:spPr>
        </p:cxnSp>
        <p:grpSp>
          <p:nvGrpSpPr>
            <p:cNvPr id="82" name="Group 85">
              <a:extLst>
                <a:ext uri="{FF2B5EF4-FFF2-40B4-BE49-F238E27FC236}">
                  <a16:creationId xmlns:a16="http://schemas.microsoft.com/office/drawing/2014/main" id="{89118FFD-3CB5-425B-BCF0-0D21B7E8E75D}"/>
                </a:ext>
              </a:extLst>
            </p:cNvPr>
            <p:cNvGrpSpPr>
              <a:grpSpLocks/>
            </p:cNvGrpSpPr>
            <p:nvPr/>
          </p:nvGrpSpPr>
          <p:grpSpPr bwMode="auto">
            <a:xfrm>
              <a:off x="4350379" y="6398755"/>
              <a:ext cx="153988" cy="122238"/>
              <a:chOff x="1526" y="1540"/>
              <a:chExt cx="97" cy="77"/>
            </a:xfrm>
          </p:grpSpPr>
          <p:sp>
            <p:nvSpPr>
              <p:cNvPr id="83" name="Text Box 86">
                <a:extLst>
                  <a:ext uri="{FF2B5EF4-FFF2-40B4-BE49-F238E27FC236}">
                    <a16:creationId xmlns:a16="http://schemas.microsoft.com/office/drawing/2014/main" id="{704B13EE-1B78-4B9F-A606-6343E5A628A0}"/>
                  </a:ext>
                </a:extLst>
              </p:cNvPr>
              <p:cNvSpPr txBox="1">
                <a:spLocks noChangeArrowheads="1"/>
              </p:cNvSpPr>
              <p:nvPr/>
            </p:nvSpPr>
            <p:spPr bwMode="auto">
              <a:xfrm>
                <a:off x="1526" y="1540"/>
                <a:ext cx="54" cy="77"/>
              </a:xfrm>
              <a:prstGeom prst="rect">
                <a:avLst/>
              </a:prstGeom>
              <a:noFill/>
              <a:ln w="12700">
                <a:noFill/>
                <a:miter lim="800000"/>
                <a:headEnd/>
                <a:tailEnd/>
              </a:ln>
            </p:spPr>
            <p:txBody>
              <a:bodyPr lIns="0" tIns="0" rIns="0" bIns="0">
                <a:spAutoFit/>
              </a:bodyPr>
              <a:lstStyle/>
              <a:p>
                <a:pPr algn="l">
                  <a:buClrTx/>
                  <a:buSzTx/>
                  <a:buFontTx/>
                  <a:buNone/>
                </a:pPr>
                <a:r>
                  <a:rPr lang="en-US" sz="800" b="1"/>
                  <a:t>R</a:t>
                </a:r>
              </a:p>
            </p:txBody>
          </p:sp>
          <p:sp>
            <p:nvSpPr>
              <p:cNvPr id="84" name="Line 87">
                <a:extLst>
                  <a:ext uri="{FF2B5EF4-FFF2-40B4-BE49-F238E27FC236}">
                    <a16:creationId xmlns:a16="http://schemas.microsoft.com/office/drawing/2014/main" id="{C05235A6-9F31-4089-B2EA-20B001D8DE18}"/>
                  </a:ext>
                </a:extLst>
              </p:cNvPr>
              <p:cNvSpPr>
                <a:spLocks noChangeShapeType="1"/>
              </p:cNvSpPr>
              <p:nvPr/>
            </p:nvSpPr>
            <p:spPr bwMode="auto">
              <a:xfrm rot="16200000" flipH="1">
                <a:off x="1605" y="1562"/>
                <a:ext cx="0" cy="37"/>
              </a:xfrm>
              <a:prstGeom prst="line">
                <a:avLst/>
              </a:prstGeom>
              <a:noFill/>
              <a:ln w="8890">
                <a:solidFill>
                  <a:schemeClr val="tx1"/>
                </a:solidFill>
                <a:round/>
                <a:headEnd/>
                <a:tailEnd type="stealth" w="med" len="med"/>
              </a:ln>
            </p:spPr>
            <p:txBody>
              <a:bodyPr lIns="90000" tIns="46800" rIns="90000" bIns="46800" anchor="ctr"/>
              <a:lstStyle/>
              <a:p>
                <a:endParaRPr lang="en-US"/>
              </a:p>
            </p:txBody>
          </p:sp>
        </p:grpSp>
      </p:grpSp>
      <p:grpSp>
        <p:nvGrpSpPr>
          <p:cNvPr id="85" name="Group 175">
            <a:extLst>
              <a:ext uri="{FF2B5EF4-FFF2-40B4-BE49-F238E27FC236}">
                <a16:creationId xmlns:a16="http://schemas.microsoft.com/office/drawing/2014/main" id="{82429965-13E9-4488-8144-EBF81FCB2714}"/>
              </a:ext>
            </a:extLst>
          </p:cNvPr>
          <p:cNvGrpSpPr>
            <a:grpSpLocks/>
          </p:cNvGrpSpPr>
          <p:nvPr/>
        </p:nvGrpSpPr>
        <p:grpSpPr bwMode="auto">
          <a:xfrm>
            <a:off x="7611311" y="2755822"/>
            <a:ext cx="1150938" cy="180975"/>
            <a:chOff x="3846267" y="6169977"/>
            <a:chExt cx="1152202" cy="180000"/>
          </a:xfrm>
        </p:grpSpPr>
        <p:sp>
          <p:nvSpPr>
            <p:cNvPr id="86" name="Rectangle 34">
              <a:extLst>
                <a:ext uri="{FF2B5EF4-FFF2-40B4-BE49-F238E27FC236}">
                  <a16:creationId xmlns:a16="http://schemas.microsoft.com/office/drawing/2014/main" id="{26BA8CCC-8CB8-4004-9C7E-EB2019A189EE}"/>
                </a:ext>
              </a:extLst>
            </p:cNvPr>
            <p:cNvSpPr>
              <a:spLocks noChangeArrowheads="1"/>
            </p:cNvSpPr>
            <p:nvPr/>
          </p:nvSpPr>
          <p:spPr bwMode="auto">
            <a:xfrm>
              <a:off x="3846267" y="6169977"/>
              <a:ext cx="432274" cy="180000"/>
            </a:xfrm>
            <a:prstGeom prst="rect">
              <a:avLst/>
            </a:prstGeom>
            <a:solidFill>
              <a:schemeClr val="bg1"/>
            </a:solidFill>
            <a:ln w="17780">
              <a:solidFill>
                <a:schemeClr val="tx1">
                  <a:lumMod val="50000"/>
                  <a:lumOff val="50000"/>
                </a:schemeClr>
              </a:solidFill>
              <a:miter lim="800000"/>
              <a:headEnd/>
              <a:tailEnd/>
            </a:ln>
          </p:spPr>
          <p:txBody>
            <a:bodyPr lIns="36000" tIns="36000" rIns="36000" bIns="36000" anchor="ctr"/>
            <a:lstStyle/>
            <a:p>
              <a:pPr algn="ctr">
                <a:buClrTx/>
                <a:buSzTx/>
                <a:buFontTx/>
                <a:buNone/>
                <a:defRPr/>
              </a:pPr>
              <a:r>
                <a:rPr lang="en-US" sz="900" dirty="0">
                  <a:solidFill>
                    <a:schemeClr val="tx1">
                      <a:lumMod val="50000"/>
                      <a:lumOff val="50000"/>
                    </a:schemeClr>
                  </a:solidFill>
                </a:rPr>
                <a:t>A1</a:t>
              </a:r>
            </a:p>
          </p:txBody>
        </p:sp>
        <p:sp>
          <p:nvSpPr>
            <p:cNvPr id="87" name="Rectangle 34">
              <a:extLst>
                <a:ext uri="{FF2B5EF4-FFF2-40B4-BE49-F238E27FC236}">
                  <a16:creationId xmlns:a16="http://schemas.microsoft.com/office/drawing/2014/main" id="{A3C01EC9-D2DA-48E3-8DE2-9B843C79053B}"/>
                </a:ext>
              </a:extLst>
            </p:cNvPr>
            <p:cNvSpPr>
              <a:spLocks noChangeArrowheads="1"/>
            </p:cNvSpPr>
            <p:nvPr/>
          </p:nvSpPr>
          <p:spPr bwMode="auto">
            <a:xfrm>
              <a:off x="4566195" y="6169977"/>
              <a:ext cx="432274" cy="180000"/>
            </a:xfrm>
            <a:prstGeom prst="rect">
              <a:avLst/>
            </a:prstGeom>
            <a:solidFill>
              <a:schemeClr val="bg1"/>
            </a:solidFill>
            <a:ln w="17780">
              <a:solidFill>
                <a:schemeClr val="tx1">
                  <a:lumMod val="50000"/>
                  <a:lumOff val="50000"/>
                </a:schemeClr>
              </a:solidFill>
              <a:miter lim="800000"/>
              <a:headEnd/>
              <a:tailEnd/>
            </a:ln>
          </p:spPr>
          <p:txBody>
            <a:bodyPr lIns="36000" tIns="36000" rIns="36000" bIns="36000" anchor="ctr"/>
            <a:lstStyle/>
            <a:p>
              <a:pPr algn="ctr">
                <a:buClrTx/>
                <a:buSzTx/>
                <a:buFontTx/>
                <a:buNone/>
                <a:defRPr/>
              </a:pPr>
              <a:r>
                <a:rPr lang="en-US" sz="900" dirty="0">
                  <a:solidFill>
                    <a:schemeClr val="tx1">
                      <a:lumMod val="50000"/>
                      <a:lumOff val="50000"/>
                    </a:schemeClr>
                  </a:solidFill>
                </a:rPr>
                <a:t>A2</a:t>
              </a:r>
            </a:p>
          </p:txBody>
        </p:sp>
        <p:sp>
          <p:nvSpPr>
            <p:cNvPr id="88" name="AutoShape 79">
              <a:extLst>
                <a:ext uri="{FF2B5EF4-FFF2-40B4-BE49-F238E27FC236}">
                  <a16:creationId xmlns:a16="http://schemas.microsoft.com/office/drawing/2014/main" id="{15C6FB27-215C-4591-A887-55375B3B69BA}"/>
                </a:ext>
              </a:extLst>
            </p:cNvPr>
            <p:cNvSpPr>
              <a:spLocks noChangeArrowheads="1"/>
            </p:cNvSpPr>
            <p:nvPr/>
          </p:nvSpPr>
          <p:spPr bwMode="auto">
            <a:xfrm rot="5400000">
              <a:off x="4369994" y="6205977"/>
              <a:ext cx="108000" cy="108000"/>
            </a:xfrm>
            <a:prstGeom prst="flowChartConnector">
              <a:avLst/>
            </a:prstGeom>
            <a:solidFill>
              <a:schemeClr val="bg1"/>
            </a:solidFill>
            <a:ln w="17780">
              <a:solidFill>
                <a:schemeClr val="tx1"/>
              </a:solidFill>
              <a:round/>
              <a:headEnd/>
              <a:tailEnd/>
            </a:ln>
          </p:spPr>
          <p:txBody>
            <a:bodyPr wrap="none" lIns="90000" tIns="46800" rIns="90000" bIns="46800" anchor="ctr"/>
            <a:lstStyle/>
            <a:p>
              <a:endParaRPr lang="en-US"/>
            </a:p>
          </p:txBody>
        </p:sp>
        <p:cxnSp>
          <p:nvCxnSpPr>
            <p:cNvPr id="89" name="AutoShape 80">
              <a:extLst>
                <a:ext uri="{FF2B5EF4-FFF2-40B4-BE49-F238E27FC236}">
                  <a16:creationId xmlns:a16="http://schemas.microsoft.com/office/drawing/2014/main" id="{EDFC2366-62ED-4BE6-A8CE-0FB5EB0A1D42}"/>
                </a:ext>
              </a:extLst>
            </p:cNvPr>
            <p:cNvCxnSpPr>
              <a:cxnSpLocks noChangeShapeType="1"/>
              <a:stCxn id="86" idx="3"/>
              <a:endCxn id="88" idx="4"/>
            </p:cNvCxnSpPr>
            <p:nvPr/>
          </p:nvCxnSpPr>
          <p:spPr bwMode="auto">
            <a:xfrm>
              <a:off x="4278267" y="6259977"/>
              <a:ext cx="91727" cy="1588"/>
            </a:xfrm>
            <a:prstGeom prst="straightConnector1">
              <a:avLst/>
            </a:prstGeom>
            <a:noFill/>
            <a:ln w="8890">
              <a:solidFill>
                <a:schemeClr val="tx1"/>
              </a:solidFill>
              <a:round/>
              <a:headEnd/>
              <a:tailEnd/>
            </a:ln>
          </p:spPr>
        </p:cxnSp>
        <p:cxnSp>
          <p:nvCxnSpPr>
            <p:cNvPr id="90" name="AutoShape 81">
              <a:extLst>
                <a:ext uri="{FF2B5EF4-FFF2-40B4-BE49-F238E27FC236}">
                  <a16:creationId xmlns:a16="http://schemas.microsoft.com/office/drawing/2014/main" id="{57771610-45FB-4482-B824-7078DA61681F}"/>
                </a:ext>
              </a:extLst>
            </p:cNvPr>
            <p:cNvCxnSpPr>
              <a:cxnSpLocks noChangeShapeType="1"/>
              <a:stCxn id="88" idx="0"/>
              <a:endCxn id="87" idx="1"/>
            </p:cNvCxnSpPr>
            <p:nvPr/>
          </p:nvCxnSpPr>
          <p:spPr bwMode="auto">
            <a:xfrm>
              <a:off x="4477994" y="6259977"/>
              <a:ext cx="88475" cy="1588"/>
            </a:xfrm>
            <a:prstGeom prst="straightConnector1">
              <a:avLst/>
            </a:prstGeom>
            <a:noFill/>
            <a:ln w="8890">
              <a:solidFill>
                <a:schemeClr val="tx1"/>
              </a:solidFill>
              <a:round/>
              <a:headEnd/>
              <a:tailEnd/>
            </a:ln>
          </p:spPr>
        </p:cxnSp>
      </p:grpSp>
      <p:grpSp>
        <p:nvGrpSpPr>
          <p:cNvPr id="91" name="Group 187">
            <a:extLst>
              <a:ext uri="{FF2B5EF4-FFF2-40B4-BE49-F238E27FC236}">
                <a16:creationId xmlns:a16="http://schemas.microsoft.com/office/drawing/2014/main" id="{AE32966E-CD33-4DB6-8B83-79E391DFA439}"/>
              </a:ext>
            </a:extLst>
          </p:cNvPr>
          <p:cNvGrpSpPr>
            <a:grpSpLocks/>
          </p:cNvGrpSpPr>
          <p:nvPr/>
        </p:nvGrpSpPr>
        <p:grpSpPr bwMode="auto">
          <a:xfrm>
            <a:off x="7622424" y="4155997"/>
            <a:ext cx="971550" cy="179388"/>
            <a:chOff x="4412853" y="6486199"/>
            <a:chExt cx="971994" cy="180000"/>
          </a:xfrm>
        </p:grpSpPr>
        <p:cxnSp>
          <p:nvCxnSpPr>
            <p:cNvPr id="92" name="AutoShape 116">
              <a:extLst>
                <a:ext uri="{FF2B5EF4-FFF2-40B4-BE49-F238E27FC236}">
                  <a16:creationId xmlns:a16="http://schemas.microsoft.com/office/drawing/2014/main" id="{FA1D7858-2797-4EB6-89F9-8CBF9D278EBB}"/>
                </a:ext>
              </a:extLst>
            </p:cNvPr>
            <p:cNvCxnSpPr>
              <a:cxnSpLocks noChangeShapeType="1"/>
              <a:stCxn id="94" idx="1"/>
              <a:endCxn id="93" idx="3"/>
            </p:cNvCxnSpPr>
            <p:nvPr/>
          </p:nvCxnSpPr>
          <p:spPr bwMode="auto">
            <a:xfrm flipH="1">
              <a:off x="4773380" y="6576199"/>
              <a:ext cx="250940" cy="0"/>
            </a:xfrm>
            <a:prstGeom prst="straightConnector1">
              <a:avLst/>
            </a:prstGeom>
            <a:noFill/>
            <a:ln w="8890">
              <a:solidFill>
                <a:schemeClr val="tx1"/>
              </a:solidFill>
              <a:round/>
              <a:headEnd type="none" w="med" len="med"/>
              <a:tailEnd type="triangle"/>
            </a:ln>
          </p:spPr>
        </p:cxnSp>
        <p:sp>
          <p:nvSpPr>
            <p:cNvPr id="93" name="Rectangle 34">
              <a:extLst>
                <a:ext uri="{FF2B5EF4-FFF2-40B4-BE49-F238E27FC236}">
                  <a16:creationId xmlns:a16="http://schemas.microsoft.com/office/drawing/2014/main" id="{1309927B-6CE2-468E-B295-CB7CD90B9FAF}"/>
                </a:ext>
              </a:extLst>
            </p:cNvPr>
            <p:cNvSpPr>
              <a:spLocks noChangeArrowheads="1"/>
            </p:cNvSpPr>
            <p:nvPr/>
          </p:nvSpPr>
          <p:spPr bwMode="auto">
            <a:xfrm>
              <a:off x="4412853" y="6486199"/>
              <a:ext cx="360527" cy="180000"/>
            </a:xfrm>
            <a:prstGeom prst="rect">
              <a:avLst/>
            </a:prstGeom>
            <a:solidFill>
              <a:schemeClr val="bg1"/>
            </a:solidFill>
            <a:ln w="17780">
              <a:solidFill>
                <a:schemeClr val="tx1">
                  <a:lumMod val="50000"/>
                  <a:lumOff val="50000"/>
                </a:schemeClr>
              </a:solidFill>
              <a:miter lim="800000"/>
              <a:headEnd/>
              <a:tailEnd/>
            </a:ln>
          </p:spPr>
          <p:txBody>
            <a:bodyPr lIns="36000" tIns="36000" rIns="36000" bIns="36000" anchor="ctr"/>
            <a:lstStyle/>
            <a:p>
              <a:pPr algn="ctr">
                <a:buClrTx/>
                <a:buSzTx/>
                <a:buFontTx/>
                <a:buNone/>
                <a:defRPr/>
              </a:pPr>
              <a:r>
                <a:rPr lang="en-US" sz="1000" dirty="0">
                  <a:solidFill>
                    <a:schemeClr val="tx1">
                      <a:lumMod val="50000"/>
                      <a:lumOff val="50000"/>
                    </a:schemeClr>
                  </a:solidFill>
                </a:rPr>
                <a:t>A</a:t>
              </a:r>
            </a:p>
          </p:txBody>
        </p:sp>
        <p:sp>
          <p:nvSpPr>
            <p:cNvPr id="94" name="AutoShape 50">
              <a:extLst>
                <a:ext uri="{FF2B5EF4-FFF2-40B4-BE49-F238E27FC236}">
                  <a16:creationId xmlns:a16="http://schemas.microsoft.com/office/drawing/2014/main" id="{04747B9B-4EA8-44AB-9800-527619A69B60}"/>
                </a:ext>
              </a:extLst>
            </p:cNvPr>
            <p:cNvSpPr>
              <a:spLocks noChangeArrowheads="1"/>
            </p:cNvSpPr>
            <p:nvPr/>
          </p:nvSpPr>
          <p:spPr bwMode="auto">
            <a:xfrm>
              <a:off x="5024319" y="6486199"/>
              <a:ext cx="360528" cy="180000"/>
            </a:xfrm>
            <a:prstGeom prst="roundRect">
              <a:avLst>
                <a:gd name="adj" fmla="val 50000"/>
              </a:avLst>
            </a:prstGeom>
            <a:solidFill>
              <a:schemeClr val="bg1"/>
            </a:solidFill>
            <a:ln w="17780">
              <a:solidFill>
                <a:schemeClr val="tx1">
                  <a:lumMod val="50000"/>
                  <a:lumOff val="50000"/>
                </a:schemeClr>
              </a:solidFill>
              <a:round/>
              <a:headEnd/>
              <a:tailEnd/>
            </a:ln>
          </p:spPr>
          <p:txBody>
            <a:bodyPr lIns="36000" tIns="36000" rIns="36000" bIns="36000" anchor="ctr"/>
            <a:lstStyle/>
            <a:p>
              <a:pPr algn="ctr">
                <a:buClrTx/>
                <a:buSzTx/>
                <a:buFontTx/>
                <a:buNone/>
                <a:defRPr/>
              </a:pPr>
              <a:r>
                <a:rPr lang="en-US" sz="1000" dirty="0">
                  <a:solidFill>
                    <a:schemeClr val="tx1">
                      <a:lumMod val="50000"/>
                      <a:lumOff val="50000"/>
                    </a:schemeClr>
                  </a:solidFill>
                </a:rPr>
                <a:t>S</a:t>
              </a:r>
            </a:p>
          </p:txBody>
        </p:sp>
      </p:grpSp>
      <p:cxnSp>
        <p:nvCxnSpPr>
          <p:cNvPr id="95" name="AutoShape 75">
            <a:extLst>
              <a:ext uri="{FF2B5EF4-FFF2-40B4-BE49-F238E27FC236}">
                <a16:creationId xmlns:a16="http://schemas.microsoft.com/office/drawing/2014/main" id="{9F071D2B-2FF4-406D-ACFB-CDC306F74F04}"/>
              </a:ext>
            </a:extLst>
          </p:cNvPr>
          <p:cNvCxnSpPr>
            <a:cxnSpLocks noChangeShapeType="1"/>
            <a:stCxn id="97" idx="2"/>
            <a:endCxn id="96" idx="0"/>
          </p:cNvCxnSpPr>
          <p:nvPr/>
        </p:nvCxnSpPr>
        <p:spPr bwMode="auto">
          <a:xfrm flipV="1">
            <a:off x="1708011" y="3652084"/>
            <a:ext cx="0" cy="1872000"/>
          </a:xfrm>
          <a:prstGeom prst="straightConnector1">
            <a:avLst/>
          </a:prstGeom>
          <a:noFill/>
          <a:ln w="8890">
            <a:solidFill>
              <a:schemeClr val="tx1"/>
            </a:solidFill>
            <a:round/>
            <a:headEnd/>
            <a:tailEnd/>
          </a:ln>
        </p:spPr>
      </p:cxnSp>
      <p:sp>
        <p:nvSpPr>
          <p:cNvPr id="96" name="Arc 95">
            <a:extLst>
              <a:ext uri="{FF2B5EF4-FFF2-40B4-BE49-F238E27FC236}">
                <a16:creationId xmlns:a16="http://schemas.microsoft.com/office/drawing/2014/main" id="{D804EE23-CFC2-4A04-86E4-0D8C3687961E}"/>
              </a:ext>
            </a:extLst>
          </p:cNvPr>
          <p:cNvSpPr/>
          <p:nvPr/>
        </p:nvSpPr>
        <p:spPr>
          <a:xfrm rot="16200000">
            <a:off x="1708011" y="3580076"/>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97" name="Arc 96">
            <a:extLst>
              <a:ext uri="{FF2B5EF4-FFF2-40B4-BE49-F238E27FC236}">
                <a16:creationId xmlns:a16="http://schemas.microsoft.com/office/drawing/2014/main" id="{A31304E6-3D20-44F2-A66E-A01C5F65216C}"/>
              </a:ext>
            </a:extLst>
          </p:cNvPr>
          <p:cNvSpPr/>
          <p:nvPr/>
        </p:nvSpPr>
        <p:spPr>
          <a:xfrm rot="10800000">
            <a:off x="1708011" y="5452076"/>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cxnSp>
        <p:nvCxnSpPr>
          <p:cNvPr id="98" name="AutoShape 113">
            <a:extLst>
              <a:ext uri="{FF2B5EF4-FFF2-40B4-BE49-F238E27FC236}">
                <a16:creationId xmlns:a16="http://schemas.microsoft.com/office/drawing/2014/main" id="{A0CB6A57-2F9C-4C8A-BA87-D9E2BBFAB4B4}"/>
              </a:ext>
            </a:extLst>
          </p:cNvPr>
          <p:cNvCxnSpPr>
            <a:cxnSpLocks noChangeShapeType="1"/>
          </p:cNvCxnSpPr>
          <p:nvPr/>
        </p:nvCxnSpPr>
        <p:spPr bwMode="auto">
          <a:xfrm flipV="1">
            <a:off x="4516011" y="3868076"/>
            <a:ext cx="1588" cy="288000"/>
          </a:xfrm>
          <a:prstGeom prst="straightConnector1">
            <a:avLst/>
          </a:prstGeom>
          <a:noFill/>
          <a:ln w="8890">
            <a:solidFill>
              <a:schemeClr val="tx1"/>
            </a:solidFill>
            <a:round/>
            <a:headEnd/>
            <a:tailEnd type="triangle" w="med" len="med"/>
          </a:ln>
        </p:spPr>
      </p:cxnSp>
      <p:grpSp>
        <p:nvGrpSpPr>
          <p:cNvPr id="99" name="Group 98">
            <a:extLst>
              <a:ext uri="{FF2B5EF4-FFF2-40B4-BE49-F238E27FC236}">
                <a16:creationId xmlns:a16="http://schemas.microsoft.com/office/drawing/2014/main" id="{9441C4B7-E653-4011-81DD-0AB952BA7050}"/>
              </a:ext>
            </a:extLst>
          </p:cNvPr>
          <p:cNvGrpSpPr/>
          <p:nvPr/>
        </p:nvGrpSpPr>
        <p:grpSpPr>
          <a:xfrm>
            <a:off x="2355139" y="1785211"/>
            <a:ext cx="288032" cy="431800"/>
            <a:chOff x="2123728" y="1556792"/>
            <a:chExt cx="288032" cy="431800"/>
          </a:xfrm>
        </p:grpSpPr>
        <p:sp>
          <p:nvSpPr>
            <p:cNvPr id="100" name="Rectangle 48">
              <a:extLst>
                <a:ext uri="{FF2B5EF4-FFF2-40B4-BE49-F238E27FC236}">
                  <a16:creationId xmlns:a16="http://schemas.microsoft.com/office/drawing/2014/main" id="{38C4C28D-4986-4E13-8702-75C2F3741BF4}"/>
                </a:ext>
              </a:extLst>
            </p:cNvPr>
            <p:cNvSpPr>
              <a:spLocks noChangeArrowheads="1"/>
            </p:cNvSpPr>
            <p:nvPr/>
          </p:nvSpPr>
          <p:spPr bwMode="auto">
            <a:xfrm>
              <a:off x="2123728" y="1556792"/>
              <a:ext cx="288032" cy="431800"/>
            </a:xfrm>
            <a:prstGeom prst="rect">
              <a:avLst/>
            </a:prstGeom>
            <a:solidFill>
              <a:schemeClr val="bg1"/>
            </a:solidFill>
            <a:ln w="17780">
              <a:solidFill>
                <a:schemeClr val="tx1"/>
              </a:solidFill>
              <a:miter lim="800000"/>
              <a:headEnd/>
              <a:tailEnd/>
            </a:ln>
          </p:spPr>
          <p:txBody>
            <a:bodyPr lIns="36000" tIns="36000" rIns="36000" bIns="36000" anchor="ctr"/>
            <a:lstStyle/>
            <a:p>
              <a:pPr>
                <a:buClrTx/>
                <a:buSzTx/>
                <a:buFontTx/>
                <a:buNone/>
              </a:pPr>
              <a:endParaRPr lang="en-US" sz="1200"/>
            </a:p>
          </p:txBody>
        </p:sp>
        <p:grpSp>
          <p:nvGrpSpPr>
            <p:cNvPr id="101" name="Group 49">
              <a:extLst>
                <a:ext uri="{FF2B5EF4-FFF2-40B4-BE49-F238E27FC236}">
                  <a16:creationId xmlns:a16="http://schemas.microsoft.com/office/drawing/2014/main" id="{AF5E6210-BA99-44ED-B1DD-CF660CDD689C}"/>
                </a:ext>
              </a:extLst>
            </p:cNvPr>
            <p:cNvGrpSpPr>
              <a:grpSpLocks/>
            </p:cNvGrpSpPr>
            <p:nvPr/>
          </p:nvGrpSpPr>
          <p:grpSpPr bwMode="auto">
            <a:xfrm>
              <a:off x="2184400" y="1615532"/>
              <a:ext cx="166688" cy="287338"/>
              <a:chOff x="1347" y="522"/>
              <a:chExt cx="105" cy="181"/>
            </a:xfrm>
          </p:grpSpPr>
          <p:sp>
            <p:nvSpPr>
              <p:cNvPr id="102" name="Oval 50">
                <a:extLst>
                  <a:ext uri="{FF2B5EF4-FFF2-40B4-BE49-F238E27FC236}">
                    <a16:creationId xmlns:a16="http://schemas.microsoft.com/office/drawing/2014/main" id="{E9873961-DD1B-49DB-9CF8-2AC2DEDB6F60}"/>
                  </a:ext>
                </a:extLst>
              </p:cNvPr>
              <p:cNvSpPr>
                <a:spLocks noChangeArrowheads="1"/>
              </p:cNvSpPr>
              <p:nvPr/>
            </p:nvSpPr>
            <p:spPr bwMode="auto">
              <a:xfrm>
                <a:off x="1374" y="522"/>
                <a:ext cx="52" cy="52"/>
              </a:xfrm>
              <a:prstGeom prst="ellipse">
                <a:avLst/>
              </a:prstGeom>
              <a:noFill/>
              <a:ln w="7200">
                <a:solidFill>
                  <a:srgbClr val="000000"/>
                </a:solidFill>
                <a:round/>
                <a:headEnd/>
                <a:tailEnd/>
              </a:ln>
            </p:spPr>
            <p:txBody>
              <a:bodyPr wrap="none" anchor="ctr"/>
              <a:lstStyle/>
              <a:p>
                <a:endParaRPr lang="en-US"/>
              </a:p>
            </p:txBody>
          </p:sp>
          <p:sp>
            <p:nvSpPr>
              <p:cNvPr id="103" name="Line 51">
                <a:extLst>
                  <a:ext uri="{FF2B5EF4-FFF2-40B4-BE49-F238E27FC236}">
                    <a16:creationId xmlns:a16="http://schemas.microsoft.com/office/drawing/2014/main" id="{C113370D-289D-4DFF-90C5-CC6DAC688B42}"/>
                  </a:ext>
                </a:extLst>
              </p:cNvPr>
              <p:cNvSpPr>
                <a:spLocks noChangeShapeType="1"/>
              </p:cNvSpPr>
              <p:nvPr/>
            </p:nvSpPr>
            <p:spPr bwMode="auto">
              <a:xfrm>
                <a:off x="1400" y="574"/>
                <a:ext cx="1" cy="78"/>
              </a:xfrm>
              <a:prstGeom prst="line">
                <a:avLst/>
              </a:prstGeom>
              <a:noFill/>
              <a:ln w="7200">
                <a:solidFill>
                  <a:srgbClr val="000000"/>
                </a:solidFill>
                <a:round/>
                <a:headEnd/>
                <a:tailEnd/>
              </a:ln>
            </p:spPr>
            <p:txBody>
              <a:bodyPr/>
              <a:lstStyle/>
              <a:p>
                <a:endParaRPr lang="en-US"/>
              </a:p>
            </p:txBody>
          </p:sp>
          <p:sp>
            <p:nvSpPr>
              <p:cNvPr id="104" name="Line 52">
                <a:extLst>
                  <a:ext uri="{FF2B5EF4-FFF2-40B4-BE49-F238E27FC236}">
                    <a16:creationId xmlns:a16="http://schemas.microsoft.com/office/drawing/2014/main" id="{51872C9C-B420-4900-881D-0A41FA36CCA3}"/>
                  </a:ext>
                </a:extLst>
              </p:cNvPr>
              <p:cNvSpPr>
                <a:spLocks noChangeShapeType="1"/>
              </p:cNvSpPr>
              <p:nvPr/>
            </p:nvSpPr>
            <p:spPr bwMode="auto">
              <a:xfrm flipV="1">
                <a:off x="1400" y="572"/>
                <a:ext cx="52" cy="28"/>
              </a:xfrm>
              <a:prstGeom prst="line">
                <a:avLst/>
              </a:prstGeom>
              <a:noFill/>
              <a:ln w="7200">
                <a:solidFill>
                  <a:srgbClr val="000000"/>
                </a:solidFill>
                <a:round/>
                <a:headEnd/>
                <a:tailEnd/>
              </a:ln>
            </p:spPr>
            <p:txBody>
              <a:bodyPr/>
              <a:lstStyle/>
              <a:p>
                <a:endParaRPr lang="en-US"/>
              </a:p>
            </p:txBody>
          </p:sp>
          <p:sp>
            <p:nvSpPr>
              <p:cNvPr id="105" name="Line 53">
                <a:extLst>
                  <a:ext uri="{FF2B5EF4-FFF2-40B4-BE49-F238E27FC236}">
                    <a16:creationId xmlns:a16="http://schemas.microsoft.com/office/drawing/2014/main" id="{BD4B2702-887E-4878-818A-EBCE68E7A9B6}"/>
                  </a:ext>
                </a:extLst>
              </p:cNvPr>
              <p:cNvSpPr>
                <a:spLocks noChangeShapeType="1"/>
              </p:cNvSpPr>
              <p:nvPr/>
            </p:nvSpPr>
            <p:spPr bwMode="auto">
              <a:xfrm flipH="1" flipV="1">
                <a:off x="1347" y="572"/>
                <a:ext cx="54" cy="28"/>
              </a:xfrm>
              <a:prstGeom prst="line">
                <a:avLst/>
              </a:prstGeom>
              <a:noFill/>
              <a:ln w="7200">
                <a:solidFill>
                  <a:srgbClr val="000000"/>
                </a:solidFill>
                <a:round/>
                <a:headEnd/>
                <a:tailEnd/>
              </a:ln>
            </p:spPr>
            <p:txBody>
              <a:bodyPr/>
              <a:lstStyle/>
              <a:p>
                <a:endParaRPr lang="en-US"/>
              </a:p>
            </p:txBody>
          </p:sp>
          <p:sp>
            <p:nvSpPr>
              <p:cNvPr id="106" name="Line 54">
                <a:extLst>
                  <a:ext uri="{FF2B5EF4-FFF2-40B4-BE49-F238E27FC236}">
                    <a16:creationId xmlns:a16="http://schemas.microsoft.com/office/drawing/2014/main" id="{A60B7E57-ABD8-4B0E-BE6F-B1C519100527}"/>
                  </a:ext>
                </a:extLst>
              </p:cNvPr>
              <p:cNvSpPr>
                <a:spLocks noChangeShapeType="1"/>
              </p:cNvSpPr>
              <p:nvPr/>
            </p:nvSpPr>
            <p:spPr bwMode="auto">
              <a:xfrm flipH="1">
                <a:off x="1347" y="651"/>
                <a:ext cx="54" cy="52"/>
              </a:xfrm>
              <a:prstGeom prst="line">
                <a:avLst/>
              </a:prstGeom>
              <a:noFill/>
              <a:ln w="7200">
                <a:solidFill>
                  <a:srgbClr val="000000"/>
                </a:solidFill>
                <a:round/>
                <a:headEnd/>
                <a:tailEnd/>
              </a:ln>
            </p:spPr>
            <p:txBody>
              <a:bodyPr/>
              <a:lstStyle/>
              <a:p>
                <a:endParaRPr lang="en-US"/>
              </a:p>
            </p:txBody>
          </p:sp>
          <p:sp>
            <p:nvSpPr>
              <p:cNvPr id="107" name="Line 55">
                <a:extLst>
                  <a:ext uri="{FF2B5EF4-FFF2-40B4-BE49-F238E27FC236}">
                    <a16:creationId xmlns:a16="http://schemas.microsoft.com/office/drawing/2014/main" id="{BC6622C8-180A-4502-B8C4-E2FB9D06348B}"/>
                  </a:ext>
                </a:extLst>
              </p:cNvPr>
              <p:cNvSpPr>
                <a:spLocks noChangeShapeType="1"/>
              </p:cNvSpPr>
              <p:nvPr/>
            </p:nvSpPr>
            <p:spPr bwMode="auto">
              <a:xfrm>
                <a:off x="1400" y="651"/>
                <a:ext cx="52" cy="52"/>
              </a:xfrm>
              <a:prstGeom prst="line">
                <a:avLst/>
              </a:prstGeom>
              <a:noFill/>
              <a:ln w="7200">
                <a:solidFill>
                  <a:srgbClr val="000000"/>
                </a:solidFill>
                <a:round/>
                <a:headEnd/>
                <a:tailEnd/>
              </a:ln>
            </p:spPr>
            <p:txBody>
              <a:bodyPr/>
              <a:lstStyle/>
              <a:p>
                <a:endParaRPr lang="en-US"/>
              </a:p>
            </p:txBody>
          </p:sp>
        </p:grpSp>
      </p:grpSp>
      <p:grpSp>
        <p:nvGrpSpPr>
          <p:cNvPr id="108" name="Group 107">
            <a:extLst>
              <a:ext uri="{FF2B5EF4-FFF2-40B4-BE49-F238E27FC236}">
                <a16:creationId xmlns:a16="http://schemas.microsoft.com/office/drawing/2014/main" id="{4F326461-D20E-4ACD-AE34-7CA8FBB63141}"/>
              </a:ext>
            </a:extLst>
          </p:cNvPr>
          <p:cNvGrpSpPr/>
          <p:nvPr/>
        </p:nvGrpSpPr>
        <p:grpSpPr>
          <a:xfrm>
            <a:off x="2787187" y="1785211"/>
            <a:ext cx="288032" cy="431800"/>
            <a:chOff x="2123728" y="1556792"/>
            <a:chExt cx="288032" cy="431800"/>
          </a:xfrm>
        </p:grpSpPr>
        <p:sp>
          <p:nvSpPr>
            <p:cNvPr id="109" name="Rectangle 48">
              <a:extLst>
                <a:ext uri="{FF2B5EF4-FFF2-40B4-BE49-F238E27FC236}">
                  <a16:creationId xmlns:a16="http://schemas.microsoft.com/office/drawing/2014/main" id="{D6029C7D-C12F-411A-BC18-294C1AE7F6C7}"/>
                </a:ext>
              </a:extLst>
            </p:cNvPr>
            <p:cNvSpPr>
              <a:spLocks noChangeArrowheads="1"/>
            </p:cNvSpPr>
            <p:nvPr/>
          </p:nvSpPr>
          <p:spPr bwMode="auto">
            <a:xfrm>
              <a:off x="2123728" y="1556792"/>
              <a:ext cx="288032" cy="431800"/>
            </a:xfrm>
            <a:prstGeom prst="rect">
              <a:avLst/>
            </a:prstGeom>
            <a:solidFill>
              <a:schemeClr val="bg1"/>
            </a:solidFill>
            <a:ln w="17780">
              <a:solidFill>
                <a:schemeClr val="tx1"/>
              </a:solidFill>
              <a:miter lim="800000"/>
              <a:headEnd/>
              <a:tailEnd/>
            </a:ln>
          </p:spPr>
          <p:txBody>
            <a:bodyPr lIns="36000" tIns="36000" rIns="36000" bIns="36000" anchor="ctr"/>
            <a:lstStyle/>
            <a:p>
              <a:pPr>
                <a:buClrTx/>
                <a:buSzTx/>
                <a:buFontTx/>
                <a:buNone/>
              </a:pPr>
              <a:endParaRPr lang="en-US" sz="1200"/>
            </a:p>
          </p:txBody>
        </p:sp>
        <p:grpSp>
          <p:nvGrpSpPr>
            <p:cNvPr id="110" name="Group 49">
              <a:extLst>
                <a:ext uri="{FF2B5EF4-FFF2-40B4-BE49-F238E27FC236}">
                  <a16:creationId xmlns:a16="http://schemas.microsoft.com/office/drawing/2014/main" id="{897A4FD9-95CE-4D56-8907-B2C2C500752B}"/>
                </a:ext>
              </a:extLst>
            </p:cNvPr>
            <p:cNvGrpSpPr>
              <a:grpSpLocks/>
            </p:cNvGrpSpPr>
            <p:nvPr/>
          </p:nvGrpSpPr>
          <p:grpSpPr bwMode="auto">
            <a:xfrm>
              <a:off x="2184400" y="1615532"/>
              <a:ext cx="166688" cy="287338"/>
              <a:chOff x="1347" y="522"/>
              <a:chExt cx="105" cy="181"/>
            </a:xfrm>
          </p:grpSpPr>
          <p:sp>
            <p:nvSpPr>
              <p:cNvPr id="111" name="Oval 50">
                <a:extLst>
                  <a:ext uri="{FF2B5EF4-FFF2-40B4-BE49-F238E27FC236}">
                    <a16:creationId xmlns:a16="http://schemas.microsoft.com/office/drawing/2014/main" id="{43D98172-7067-4908-B6AE-3BC6C85A6BD0}"/>
                  </a:ext>
                </a:extLst>
              </p:cNvPr>
              <p:cNvSpPr>
                <a:spLocks noChangeArrowheads="1"/>
              </p:cNvSpPr>
              <p:nvPr/>
            </p:nvSpPr>
            <p:spPr bwMode="auto">
              <a:xfrm>
                <a:off x="1374" y="522"/>
                <a:ext cx="52" cy="52"/>
              </a:xfrm>
              <a:prstGeom prst="ellipse">
                <a:avLst/>
              </a:prstGeom>
              <a:noFill/>
              <a:ln w="7200">
                <a:solidFill>
                  <a:srgbClr val="000000"/>
                </a:solidFill>
                <a:round/>
                <a:headEnd/>
                <a:tailEnd/>
              </a:ln>
            </p:spPr>
            <p:txBody>
              <a:bodyPr wrap="none" anchor="ctr"/>
              <a:lstStyle/>
              <a:p>
                <a:endParaRPr lang="en-US"/>
              </a:p>
            </p:txBody>
          </p:sp>
          <p:sp>
            <p:nvSpPr>
              <p:cNvPr id="112" name="Line 51">
                <a:extLst>
                  <a:ext uri="{FF2B5EF4-FFF2-40B4-BE49-F238E27FC236}">
                    <a16:creationId xmlns:a16="http://schemas.microsoft.com/office/drawing/2014/main" id="{0E1722D9-1E5B-40E4-8387-3F1B9F169971}"/>
                  </a:ext>
                </a:extLst>
              </p:cNvPr>
              <p:cNvSpPr>
                <a:spLocks noChangeShapeType="1"/>
              </p:cNvSpPr>
              <p:nvPr/>
            </p:nvSpPr>
            <p:spPr bwMode="auto">
              <a:xfrm>
                <a:off x="1400" y="574"/>
                <a:ext cx="1" cy="78"/>
              </a:xfrm>
              <a:prstGeom prst="line">
                <a:avLst/>
              </a:prstGeom>
              <a:noFill/>
              <a:ln w="7200">
                <a:solidFill>
                  <a:srgbClr val="000000"/>
                </a:solidFill>
                <a:round/>
                <a:headEnd/>
                <a:tailEnd/>
              </a:ln>
            </p:spPr>
            <p:txBody>
              <a:bodyPr/>
              <a:lstStyle/>
              <a:p>
                <a:endParaRPr lang="en-US"/>
              </a:p>
            </p:txBody>
          </p:sp>
          <p:sp>
            <p:nvSpPr>
              <p:cNvPr id="113" name="Line 52">
                <a:extLst>
                  <a:ext uri="{FF2B5EF4-FFF2-40B4-BE49-F238E27FC236}">
                    <a16:creationId xmlns:a16="http://schemas.microsoft.com/office/drawing/2014/main" id="{B921E9F5-193B-4C56-96AC-1EB95EF563FA}"/>
                  </a:ext>
                </a:extLst>
              </p:cNvPr>
              <p:cNvSpPr>
                <a:spLocks noChangeShapeType="1"/>
              </p:cNvSpPr>
              <p:nvPr/>
            </p:nvSpPr>
            <p:spPr bwMode="auto">
              <a:xfrm flipV="1">
                <a:off x="1400" y="572"/>
                <a:ext cx="52" cy="28"/>
              </a:xfrm>
              <a:prstGeom prst="line">
                <a:avLst/>
              </a:prstGeom>
              <a:noFill/>
              <a:ln w="7200">
                <a:solidFill>
                  <a:srgbClr val="000000"/>
                </a:solidFill>
                <a:round/>
                <a:headEnd/>
                <a:tailEnd/>
              </a:ln>
            </p:spPr>
            <p:txBody>
              <a:bodyPr/>
              <a:lstStyle/>
              <a:p>
                <a:endParaRPr lang="en-US"/>
              </a:p>
            </p:txBody>
          </p:sp>
          <p:sp>
            <p:nvSpPr>
              <p:cNvPr id="114" name="Line 53">
                <a:extLst>
                  <a:ext uri="{FF2B5EF4-FFF2-40B4-BE49-F238E27FC236}">
                    <a16:creationId xmlns:a16="http://schemas.microsoft.com/office/drawing/2014/main" id="{7D796C52-25F0-47EF-9DE5-0853754B6859}"/>
                  </a:ext>
                </a:extLst>
              </p:cNvPr>
              <p:cNvSpPr>
                <a:spLocks noChangeShapeType="1"/>
              </p:cNvSpPr>
              <p:nvPr/>
            </p:nvSpPr>
            <p:spPr bwMode="auto">
              <a:xfrm flipH="1" flipV="1">
                <a:off x="1347" y="572"/>
                <a:ext cx="54" cy="28"/>
              </a:xfrm>
              <a:prstGeom prst="line">
                <a:avLst/>
              </a:prstGeom>
              <a:noFill/>
              <a:ln w="7200">
                <a:solidFill>
                  <a:srgbClr val="000000"/>
                </a:solidFill>
                <a:round/>
                <a:headEnd/>
                <a:tailEnd/>
              </a:ln>
            </p:spPr>
            <p:txBody>
              <a:bodyPr/>
              <a:lstStyle/>
              <a:p>
                <a:endParaRPr lang="en-US"/>
              </a:p>
            </p:txBody>
          </p:sp>
          <p:sp>
            <p:nvSpPr>
              <p:cNvPr id="115" name="Line 54">
                <a:extLst>
                  <a:ext uri="{FF2B5EF4-FFF2-40B4-BE49-F238E27FC236}">
                    <a16:creationId xmlns:a16="http://schemas.microsoft.com/office/drawing/2014/main" id="{1369464E-7C64-46A2-B9A9-0BEEEB5FDFF7}"/>
                  </a:ext>
                </a:extLst>
              </p:cNvPr>
              <p:cNvSpPr>
                <a:spLocks noChangeShapeType="1"/>
              </p:cNvSpPr>
              <p:nvPr/>
            </p:nvSpPr>
            <p:spPr bwMode="auto">
              <a:xfrm flipH="1">
                <a:off x="1347" y="651"/>
                <a:ext cx="54" cy="52"/>
              </a:xfrm>
              <a:prstGeom prst="line">
                <a:avLst/>
              </a:prstGeom>
              <a:noFill/>
              <a:ln w="7200">
                <a:solidFill>
                  <a:srgbClr val="000000"/>
                </a:solidFill>
                <a:round/>
                <a:headEnd/>
                <a:tailEnd/>
              </a:ln>
            </p:spPr>
            <p:txBody>
              <a:bodyPr/>
              <a:lstStyle/>
              <a:p>
                <a:endParaRPr lang="en-US"/>
              </a:p>
            </p:txBody>
          </p:sp>
          <p:sp>
            <p:nvSpPr>
              <p:cNvPr id="116" name="Line 55">
                <a:extLst>
                  <a:ext uri="{FF2B5EF4-FFF2-40B4-BE49-F238E27FC236}">
                    <a16:creationId xmlns:a16="http://schemas.microsoft.com/office/drawing/2014/main" id="{2D1C221B-9BF8-4B34-9831-5AD44FB2446B}"/>
                  </a:ext>
                </a:extLst>
              </p:cNvPr>
              <p:cNvSpPr>
                <a:spLocks noChangeShapeType="1"/>
              </p:cNvSpPr>
              <p:nvPr/>
            </p:nvSpPr>
            <p:spPr bwMode="auto">
              <a:xfrm>
                <a:off x="1400" y="651"/>
                <a:ext cx="52" cy="52"/>
              </a:xfrm>
              <a:prstGeom prst="line">
                <a:avLst/>
              </a:prstGeom>
              <a:noFill/>
              <a:ln w="7200">
                <a:solidFill>
                  <a:srgbClr val="000000"/>
                </a:solidFill>
                <a:round/>
                <a:headEnd/>
                <a:tailEnd/>
              </a:ln>
            </p:spPr>
            <p:txBody>
              <a:bodyPr/>
              <a:lstStyle/>
              <a:p>
                <a:endParaRPr lang="en-US"/>
              </a:p>
            </p:txBody>
          </p:sp>
        </p:grpSp>
      </p:grpSp>
      <p:grpSp>
        <p:nvGrpSpPr>
          <p:cNvPr id="117" name="Group 116">
            <a:extLst>
              <a:ext uri="{FF2B5EF4-FFF2-40B4-BE49-F238E27FC236}">
                <a16:creationId xmlns:a16="http://schemas.microsoft.com/office/drawing/2014/main" id="{7CC39104-88FA-4982-9E84-BF0FBD8BD286}"/>
              </a:ext>
            </a:extLst>
          </p:cNvPr>
          <p:cNvGrpSpPr/>
          <p:nvPr/>
        </p:nvGrpSpPr>
        <p:grpSpPr>
          <a:xfrm>
            <a:off x="5019435" y="1785211"/>
            <a:ext cx="288032" cy="431800"/>
            <a:chOff x="2123728" y="1556792"/>
            <a:chExt cx="288032" cy="431800"/>
          </a:xfrm>
        </p:grpSpPr>
        <p:sp>
          <p:nvSpPr>
            <p:cNvPr id="118" name="Rectangle 48">
              <a:extLst>
                <a:ext uri="{FF2B5EF4-FFF2-40B4-BE49-F238E27FC236}">
                  <a16:creationId xmlns:a16="http://schemas.microsoft.com/office/drawing/2014/main" id="{E1BAD484-26F2-4803-AD5F-949A3E39C96D}"/>
                </a:ext>
              </a:extLst>
            </p:cNvPr>
            <p:cNvSpPr>
              <a:spLocks noChangeArrowheads="1"/>
            </p:cNvSpPr>
            <p:nvPr/>
          </p:nvSpPr>
          <p:spPr bwMode="auto">
            <a:xfrm>
              <a:off x="2123728" y="1556792"/>
              <a:ext cx="288032" cy="431800"/>
            </a:xfrm>
            <a:prstGeom prst="rect">
              <a:avLst/>
            </a:prstGeom>
            <a:solidFill>
              <a:schemeClr val="bg1"/>
            </a:solidFill>
            <a:ln w="17780">
              <a:solidFill>
                <a:schemeClr val="tx1"/>
              </a:solidFill>
              <a:miter lim="800000"/>
              <a:headEnd/>
              <a:tailEnd/>
            </a:ln>
          </p:spPr>
          <p:txBody>
            <a:bodyPr lIns="36000" tIns="36000" rIns="36000" bIns="36000" anchor="ctr"/>
            <a:lstStyle/>
            <a:p>
              <a:pPr>
                <a:buClrTx/>
                <a:buSzTx/>
                <a:buFontTx/>
                <a:buNone/>
              </a:pPr>
              <a:endParaRPr lang="en-US" sz="1200"/>
            </a:p>
          </p:txBody>
        </p:sp>
        <p:grpSp>
          <p:nvGrpSpPr>
            <p:cNvPr id="119" name="Group 49">
              <a:extLst>
                <a:ext uri="{FF2B5EF4-FFF2-40B4-BE49-F238E27FC236}">
                  <a16:creationId xmlns:a16="http://schemas.microsoft.com/office/drawing/2014/main" id="{A367E9AC-174C-4656-ADC7-E3B3CB8A3924}"/>
                </a:ext>
              </a:extLst>
            </p:cNvPr>
            <p:cNvGrpSpPr>
              <a:grpSpLocks/>
            </p:cNvGrpSpPr>
            <p:nvPr/>
          </p:nvGrpSpPr>
          <p:grpSpPr bwMode="auto">
            <a:xfrm>
              <a:off x="2184400" y="1615532"/>
              <a:ext cx="166688" cy="287338"/>
              <a:chOff x="1347" y="522"/>
              <a:chExt cx="105" cy="181"/>
            </a:xfrm>
          </p:grpSpPr>
          <p:sp>
            <p:nvSpPr>
              <p:cNvPr id="120" name="Oval 50">
                <a:extLst>
                  <a:ext uri="{FF2B5EF4-FFF2-40B4-BE49-F238E27FC236}">
                    <a16:creationId xmlns:a16="http://schemas.microsoft.com/office/drawing/2014/main" id="{A7EBB6A1-E55B-4D0F-B690-E8A214324E4E}"/>
                  </a:ext>
                </a:extLst>
              </p:cNvPr>
              <p:cNvSpPr>
                <a:spLocks noChangeArrowheads="1"/>
              </p:cNvSpPr>
              <p:nvPr/>
            </p:nvSpPr>
            <p:spPr bwMode="auto">
              <a:xfrm>
                <a:off x="1374" y="522"/>
                <a:ext cx="52" cy="52"/>
              </a:xfrm>
              <a:prstGeom prst="ellipse">
                <a:avLst/>
              </a:prstGeom>
              <a:noFill/>
              <a:ln w="7200">
                <a:solidFill>
                  <a:srgbClr val="000000"/>
                </a:solidFill>
                <a:round/>
                <a:headEnd/>
                <a:tailEnd/>
              </a:ln>
            </p:spPr>
            <p:txBody>
              <a:bodyPr wrap="none" anchor="ctr"/>
              <a:lstStyle/>
              <a:p>
                <a:endParaRPr lang="en-US"/>
              </a:p>
            </p:txBody>
          </p:sp>
          <p:sp>
            <p:nvSpPr>
              <p:cNvPr id="121" name="Line 51">
                <a:extLst>
                  <a:ext uri="{FF2B5EF4-FFF2-40B4-BE49-F238E27FC236}">
                    <a16:creationId xmlns:a16="http://schemas.microsoft.com/office/drawing/2014/main" id="{BD336A8A-A086-47DB-B0DC-07B30AD12E0A}"/>
                  </a:ext>
                </a:extLst>
              </p:cNvPr>
              <p:cNvSpPr>
                <a:spLocks noChangeShapeType="1"/>
              </p:cNvSpPr>
              <p:nvPr/>
            </p:nvSpPr>
            <p:spPr bwMode="auto">
              <a:xfrm>
                <a:off x="1400" y="574"/>
                <a:ext cx="1" cy="78"/>
              </a:xfrm>
              <a:prstGeom prst="line">
                <a:avLst/>
              </a:prstGeom>
              <a:noFill/>
              <a:ln w="7200">
                <a:solidFill>
                  <a:srgbClr val="000000"/>
                </a:solidFill>
                <a:round/>
                <a:headEnd/>
                <a:tailEnd/>
              </a:ln>
            </p:spPr>
            <p:txBody>
              <a:bodyPr/>
              <a:lstStyle/>
              <a:p>
                <a:endParaRPr lang="en-US"/>
              </a:p>
            </p:txBody>
          </p:sp>
          <p:sp>
            <p:nvSpPr>
              <p:cNvPr id="122" name="Line 52">
                <a:extLst>
                  <a:ext uri="{FF2B5EF4-FFF2-40B4-BE49-F238E27FC236}">
                    <a16:creationId xmlns:a16="http://schemas.microsoft.com/office/drawing/2014/main" id="{826D690D-2462-4678-AF22-C47FD6C22FB2}"/>
                  </a:ext>
                </a:extLst>
              </p:cNvPr>
              <p:cNvSpPr>
                <a:spLocks noChangeShapeType="1"/>
              </p:cNvSpPr>
              <p:nvPr/>
            </p:nvSpPr>
            <p:spPr bwMode="auto">
              <a:xfrm flipV="1">
                <a:off x="1400" y="572"/>
                <a:ext cx="52" cy="28"/>
              </a:xfrm>
              <a:prstGeom prst="line">
                <a:avLst/>
              </a:prstGeom>
              <a:noFill/>
              <a:ln w="7200">
                <a:solidFill>
                  <a:srgbClr val="000000"/>
                </a:solidFill>
                <a:round/>
                <a:headEnd/>
                <a:tailEnd/>
              </a:ln>
            </p:spPr>
            <p:txBody>
              <a:bodyPr/>
              <a:lstStyle/>
              <a:p>
                <a:endParaRPr lang="en-US"/>
              </a:p>
            </p:txBody>
          </p:sp>
          <p:sp>
            <p:nvSpPr>
              <p:cNvPr id="123" name="Line 53">
                <a:extLst>
                  <a:ext uri="{FF2B5EF4-FFF2-40B4-BE49-F238E27FC236}">
                    <a16:creationId xmlns:a16="http://schemas.microsoft.com/office/drawing/2014/main" id="{6E9426CB-4967-4534-9C12-929E944659C5}"/>
                  </a:ext>
                </a:extLst>
              </p:cNvPr>
              <p:cNvSpPr>
                <a:spLocks noChangeShapeType="1"/>
              </p:cNvSpPr>
              <p:nvPr/>
            </p:nvSpPr>
            <p:spPr bwMode="auto">
              <a:xfrm flipH="1" flipV="1">
                <a:off x="1347" y="572"/>
                <a:ext cx="54" cy="28"/>
              </a:xfrm>
              <a:prstGeom prst="line">
                <a:avLst/>
              </a:prstGeom>
              <a:noFill/>
              <a:ln w="7200">
                <a:solidFill>
                  <a:srgbClr val="000000"/>
                </a:solidFill>
                <a:round/>
                <a:headEnd/>
                <a:tailEnd/>
              </a:ln>
            </p:spPr>
            <p:txBody>
              <a:bodyPr/>
              <a:lstStyle/>
              <a:p>
                <a:endParaRPr lang="en-US"/>
              </a:p>
            </p:txBody>
          </p:sp>
          <p:sp>
            <p:nvSpPr>
              <p:cNvPr id="124" name="Line 54">
                <a:extLst>
                  <a:ext uri="{FF2B5EF4-FFF2-40B4-BE49-F238E27FC236}">
                    <a16:creationId xmlns:a16="http://schemas.microsoft.com/office/drawing/2014/main" id="{62FD9929-9EB0-48B7-A615-C4050E45FAA0}"/>
                  </a:ext>
                </a:extLst>
              </p:cNvPr>
              <p:cNvSpPr>
                <a:spLocks noChangeShapeType="1"/>
              </p:cNvSpPr>
              <p:nvPr/>
            </p:nvSpPr>
            <p:spPr bwMode="auto">
              <a:xfrm flipH="1">
                <a:off x="1347" y="651"/>
                <a:ext cx="54" cy="52"/>
              </a:xfrm>
              <a:prstGeom prst="line">
                <a:avLst/>
              </a:prstGeom>
              <a:noFill/>
              <a:ln w="7200">
                <a:solidFill>
                  <a:srgbClr val="000000"/>
                </a:solidFill>
                <a:round/>
                <a:headEnd/>
                <a:tailEnd/>
              </a:ln>
            </p:spPr>
            <p:txBody>
              <a:bodyPr/>
              <a:lstStyle/>
              <a:p>
                <a:endParaRPr lang="en-US"/>
              </a:p>
            </p:txBody>
          </p:sp>
          <p:sp>
            <p:nvSpPr>
              <p:cNvPr id="125" name="Line 55">
                <a:extLst>
                  <a:ext uri="{FF2B5EF4-FFF2-40B4-BE49-F238E27FC236}">
                    <a16:creationId xmlns:a16="http://schemas.microsoft.com/office/drawing/2014/main" id="{400B0311-C073-4962-B284-DD77CA1F38FC}"/>
                  </a:ext>
                </a:extLst>
              </p:cNvPr>
              <p:cNvSpPr>
                <a:spLocks noChangeShapeType="1"/>
              </p:cNvSpPr>
              <p:nvPr/>
            </p:nvSpPr>
            <p:spPr bwMode="auto">
              <a:xfrm>
                <a:off x="1400" y="651"/>
                <a:ext cx="52" cy="52"/>
              </a:xfrm>
              <a:prstGeom prst="line">
                <a:avLst/>
              </a:prstGeom>
              <a:noFill/>
              <a:ln w="7200">
                <a:solidFill>
                  <a:srgbClr val="000000"/>
                </a:solidFill>
                <a:round/>
                <a:headEnd/>
                <a:tailEnd/>
              </a:ln>
            </p:spPr>
            <p:txBody>
              <a:bodyPr/>
              <a:lstStyle/>
              <a:p>
                <a:endParaRPr lang="en-US"/>
              </a:p>
            </p:txBody>
          </p:sp>
        </p:grpSp>
      </p:grpSp>
      <p:grpSp>
        <p:nvGrpSpPr>
          <p:cNvPr id="126" name="Group 125">
            <a:extLst>
              <a:ext uri="{FF2B5EF4-FFF2-40B4-BE49-F238E27FC236}">
                <a16:creationId xmlns:a16="http://schemas.microsoft.com/office/drawing/2014/main" id="{40AD1A48-9BAC-4193-89F7-59FC9DA117CB}"/>
              </a:ext>
            </a:extLst>
          </p:cNvPr>
          <p:cNvGrpSpPr/>
          <p:nvPr/>
        </p:nvGrpSpPr>
        <p:grpSpPr>
          <a:xfrm>
            <a:off x="4947883" y="2505291"/>
            <a:ext cx="144016" cy="288032"/>
            <a:chOff x="3419872" y="2348880"/>
            <a:chExt cx="144016" cy="288032"/>
          </a:xfrm>
        </p:grpSpPr>
        <p:sp>
          <p:nvSpPr>
            <p:cNvPr id="127" name="Line 90">
              <a:extLst>
                <a:ext uri="{FF2B5EF4-FFF2-40B4-BE49-F238E27FC236}">
                  <a16:creationId xmlns:a16="http://schemas.microsoft.com/office/drawing/2014/main" id="{36D637EF-10FB-4E40-962C-2FCD2B401581}"/>
                </a:ext>
              </a:extLst>
            </p:cNvPr>
            <p:cNvSpPr>
              <a:spLocks noChangeShapeType="1"/>
            </p:cNvSpPr>
            <p:nvPr/>
          </p:nvSpPr>
          <p:spPr bwMode="auto">
            <a:xfrm flipH="1">
              <a:off x="3485531" y="2506166"/>
              <a:ext cx="0" cy="58738"/>
            </a:xfrm>
            <a:prstGeom prst="line">
              <a:avLst/>
            </a:prstGeom>
            <a:noFill/>
            <a:ln w="8890">
              <a:solidFill>
                <a:schemeClr val="tx1"/>
              </a:solidFill>
              <a:round/>
              <a:headEnd/>
              <a:tailEnd type="stealth" w="med" len="med"/>
            </a:ln>
          </p:spPr>
          <p:txBody>
            <a:bodyPr lIns="90000" tIns="46800" rIns="90000" bIns="46800" anchor="ctr"/>
            <a:lstStyle/>
            <a:p>
              <a:endParaRPr lang="en-US"/>
            </a:p>
          </p:txBody>
        </p:sp>
        <p:sp>
          <p:nvSpPr>
            <p:cNvPr id="128" name="Text Box 91">
              <a:extLst>
                <a:ext uri="{FF2B5EF4-FFF2-40B4-BE49-F238E27FC236}">
                  <a16:creationId xmlns:a16="http://schemas.microsoft.com/office/drawing/2014/main" id="{CF5212CB-08E0-4F71-875E-FD50C9608152}"/>
                </a:ext>
              </a:extLst>
            </p:cNvPr>
            <p:cNvSpPr txBox="1">
              <a:spLocks noChangeArrowheads="1"/>
            </p:cNvSpPr>
            <p:nvPr/>
          </p:nvSpPr>
          <p:spPr bwMode="auto">
            <a:xfrm>
              <a:off x="3449018" y="2387103"/>
              <a:ext cx="85725" cy="122238"/>
            </a:xfrm>
            <a:prstGeom prst="rect">
              <a:avLst/>
            </a:prstGeom>
            <a:noFill/>
            <a:ln w="12700">
              <a:noFill/>
              <a:miter lim="800000"/>
              <a:headEnd/>
              <a:tailEnd/>
            </a:ln>
          </p:spPr>
          <p:txBody>
            <a:bodyPr lIns="0" tIns="0" rIns="0" bIns="0">
              <a:spAutoFit/>
            </a:bodyPr>
            <a:lstStyle/>
            <a:p>
              <a:pPr algn="l">
                <a:buClrTx/>
                <a:buSzTx/>
                <a:buFontTx/>
                <a:buNone/>
              </a:pPr>
              <a:r>
                <a:rPr lang="en-US" sz="800" b="1" dirty="0"/>
                <a:t>R</a:t>
              </a:r>
            </a:p>
          </p:txBody>
        </p:sp>
        <p:sp>
          <p:nvSpPr>
            <p:cNvPr id="129" name="Rectangle 128">
              <a:extLst>
                <a:ext uri="{FF2B5EF4-FFF2-40B4-BE49-F238E27FC236}">
                  <a16:creationId xmlns:a16="http://schemas.microsoft.com/office/drawing/2014/main" id="{DF8D160F-A56E-4A6A-A076-0209486DB67B}"/>
                </a:ext>
              </a:extLst>
            </p:cNvPr>
            <p:cNvSpPr/>
            <p:nvPr/>
          </p:nvSpPr>
          <p:spPr bwMode="gray">
            <a:xfrm>
              <a:off x="3419872" y="2348880"/>
              <a:ext cx="144016" cy="288032"/>
            </a:xfrm>
            <a:prstGeom prst="rect">
              <a:avLst/>
            </a:prstGeom>
            <a:no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nvGrpSpPr>
          <p:cNvPr id="130" name="Group 129">
            <a:extLst>
              <a:ext uri="{FF2B5EF4-FFF2-40B4-BE49-F238E27FC236}">
                <a16:creationId xmlns:a16="http://schemas.microsoft.com/office/drawing/2014/main" id="{4797E7E5-2F62-4773-AD00-1B7D75A4E88A}"/>
              </a:ext>
            </a:extLst>
          </p:cNvPr>
          <p:cNvGrpSpPr/>
          <p:nvPr/>
        </p:nvGrpSpPr>
        <p:grpSpPr>
          <a:xfrm>
            <a:off x="3867763" y="2505291"/>
            <a:ext cx="144016" cy="288032"/>
            <a:chOff x="3419872" y="2348880"/>
            <a:chExt cx="144016" cy="288032"/>
          </a:xfrm>
        </p:grpSpPr>
        <p:sp>
          <p:nvSpPr>
            <p:cNvPr id="131" name="Line 90">
              <a:extLst>
                <a:ext uri="{FF2B5EF4-FFF2-40B4-BE49-F238E27FC236}">
                  <a16:creationId xmlns:a16="http://schemas.microsoft.com/office/drawing/2014/main" id="{8E16AEEE-506B-4125-9070-678752E418FA}"/>
                </a:ext>
              </a:extLst>
            </p:cNvPr>
            <p:cNvSpPr>
              <a:spLocks noChangeShapeType="1"/>
            </p:cNvSpPr>
            <p:nvPr/>
          </p:nvSpPr>
          <p:spPr bwMode="auto">
            <a:xfrm flipH="1">
              <a:off x="3485531" y="2506166"/>
              <a:ext cx="0" cy="58738"/>
            </a:xfrm>
            <a:prstGeom prst="line">
              <a:avLst/>
            </a:prstGeom>
            <a:noFill/>
            <a:ln w="8890">
              <a:solidFill>
                <a:schemeClr val="tx1"/>
              </a:solidFill>
              <a:round/>
              <a:headEnd/>
              <a:tailEnd type="stealth" w="med" len="med"/>
            </a:ln>
          </p:spPr>
          <p:txBody>
            <a:bodyPr lIns="90000" tIns="46800" rIns="90000" bIns="46800" anchor="ctr"/>
            <a:lstStyle/>
            <a:p>
              <a:endParaRPr lang="en-US"/>
            </a:p>
          </p:txBody>
        </p:sp>
        <p:sp>
          <p:nvSpPr>
            <p:cNvPr id="132" name="Text Box 91">
              <a:extLst>
                <a:ext uri="{FF2B5EF4-FFF2-40B4-BE49-F238E27FC236}">
                  <a16:creationId xmlns:a16="http://schemas.microsoft.com/office/drawing/2014/main" id="{F4236D7B-D5CD-4C2F-A884-F27C03110365}"/>
                </a:ext>
              </a:extLst>
            </p:cNvPr>
            <p:cNvSpPr txBox="1">
              <a:spLocks noChangeArrowheads="1"/>
            </p:cNvSpPr>
            <p:nvPr/>
          </p:nvSpPr>
          <p:spPr bwMode="auto">
            <a:xfrm>
              <a:off x="3449018" y="2387103"/>
              <a:ext cx="85725" cy="122238"/>
            </a:xfrm>
            <a:prstGeom prst="rect">
              <a:avLst/>
            </a:prstGeom>
            <a:noFill/>
            <a:ln w="12700">
              <a:noFill/>
              <a:miter lim="800000"/>
              <a:headEnd/>
              <a:tailEnd/>
            </a:ln>
          </p:spPr>
          <p:txBody>
            <a:bodyPr lIns="0" tIns="0" rIns="0" bIns="0">
              <a:spAutoFit/>
            </a:bodyPr>
            <a:lstStyle/>
            <a:p>
              <a:pPr algn="l">
                <a:buClrTx/>
                <a:buSzTx/>
                <a:buFontTx/>
                <a:buNone/>
              </a:pPr>
              <a:r>
                <a:rPr lang="en-US" sz="800" b="1" dirty="0"/>
                <a:t>R</a:t>
              </a:r>
            </a:p>
          </p:txBody>
        </p:sp>
        <p:sp>
          <p:nvSpPr>
            <p:cNvPr id="133" name="Rectangle 132">
              <a:extLst>
                <a:ext uri="{FF2B5EF4-FFF2-40B4-BE49-F238E27FC236}">
                  <a16:creationId xmlns:a16="http://schemas.microsoft.com/office/drawing/2014/main" id="{4CA5EFA1-A7BD-4F38-A7FD-F36B984B5557}"/>
                </a:ext>
              </a:extLst>
            </p:cNvPr>
            <p:cNvSpPr/>
            <p:nvPr/>
          </p:nvSpPr>
          <p:spPr bwMode="gray">
            <a:xfrm>
              <a:off x="3419872" y="2348880"/>
              <a:ext cx="144016" cy="288032"/>
            </a:xfrm>
            <a:prstGeom prst="rect">
              <a:avLst/>
            </a:prstGeom>
            <a:no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nvGrpSpPr>
          <p:cNvPr id="134" name="Group 133">
            <a:extLst>
              <a:ext uri="{FF2B5EF4-FFF2-40B4-BE49-F238E27FC236}">
                <a16:creationId xmlns:a16="http://schemas.microsoft.com/office/drawing/2014/main" id="{11F751EA-765D-45E7-8C71-7ECBA0C760D6}"/>
              </a:ext>
            </a:extLst>
          </p:cNvPr>
          <p:cNvGrpSpPr/>
          <p:nvPr/>
        </p:nvGrpSpPr>
        <p:grpSpPr>
          <a:xfrm>
            <a:off x="2787643" y="2505291"/>
            <a:ext cx="144016" cy="288032"/>
            <a:chOff x="3419872" y="2348880"/>
            <a:chExt cx="144016" cy="288032"/>
          </a:xfrm>
        </p:grpSpPr>
        <p:sp>
          <p:nvSpPr>
            <p:cNvPr id="135" name="Line 90">
              <a:extLst>
                <a:ext uri="{FF2B5EF4-FFF2-40B4-BE49-F238E27FC236}">
                  <a16:creationId xmlns:a16="http://schemas.microsoft.com/office/drawing/2014/main" id="{6AFD0BD6-B627-4A78-91BC-C8087BFD3F87}"/>
                </a:ext>
              </a:extLst>
            </p:cNvPr>
            <p:cNvSpPr>
              <a:spLocks noChangeShapeType="1"/>
            </p:cNvSpPr>
            <p:nvPr/>
          </p:nvSpPr>
          <p:spPr bwMode="auto">
            <a:xfrm flipH="1">
              <a:off x="3485531" y="2506166"/>
              <a:ext cx="0" cy="58738"/>
            </a:xfrm>
            <a:prstGeom prst="line">
              <a:avLst/>
            </a:prstGeom>
            <a:noFill/>
            <a:ln w="8890">
              <a:solidFill>
                <a:schemeClr val="tx1"/>
              </a:solidFill>
              <a:round/>
              <a:headEnd/>
              <a:tailEnd type="stealth" w="med" len="med"/>
            </a:ln>
          </p:spPr>
          <p:txBody>
            <a:bodyPr lIns="90000" tIns="46800" rIns="90000" bIns="46800" anchor="ctr"/>
            <a:lstStyle/>
            <a:p>
              <a:endParaRPr lang="en-US"/>
            </a:p>
          </p:txBody>
        </p:sp>
        <p:sp>
          <p:nvSpPr>
            <p:cNvPr id="136" name="Text Box 91">
              <a:extLst>
                <a:ext uri="{FF2B5EF4-FFF2-40B4-BE49-F238E27FC236}">
                  <a16:creationId xmlns:a16="http://schemas.microsoft.com/office/drawing/2014/main" id="{724A4D68-5853-4C52-BA6C-35013CE3CB51}"/>
                </a:ext>
              </a:extLst>
            </p:cNvPr>
            <p:cNvSpPr txBox="1">
              <a:spLocks noChangeArrowheads="1"/>
            </p:cNvSpPr>
            <p:nvPr/>
          </p:nvSpPr>
          <p:spPr bwMode="auto">
            <a:xfrm>
              <a:off x="3449018" y="2387103"/>
              <a:ext cx="85725" cy="122238"/>
            </a:xfrm>
            <a:prstGeom prst="rect">
              <a:avLst/>
            </a:prstGeom>
            <a:noFill/>
            <a:ln w="12700">
              <a:noFill/>
              <a:miter lim="800000"/>
              <a:headEnd/>
              <a:tailEnd/>
            </a:ln>
          </p:spPr>
          <p:txBody>
            <a:bodyPr lIns="0" tIns="0" rIns="0" bIns="0">
              <a:spAutoFit/>
            </a:bodyPr>
            <a:lstStyle/>
            <a:p>
              <a:pPr algn="l">
                <a:buClrTx/>
                <a:buSzTx/>
                <a:buFontTx/>
                <a:buNone/>
              </a:pPr>
              <a:r>
                <a:rPr lang="en-US" sz="800" b="1" dirty="0"/>
                <a:t>R</a:t>
              </a:r>
            </a:p>
          </p:txBody>
        </p:sp>
        <p:sp>
          <p:nvSpPr>
            <p:cNvPr id="137" name="Rectangle 136">
              <a:extLst>
                <a:ext uri="{FF2B5EF4-FFF2-40B4-BE49-F238E27FC236}">
                  <a16:creationId xmlns:a16="http://schemas.microsoft.com/office/drawing/2014/main" id="{2B73766E-3D14-4A84-869D-05C805B3B72C}"/>
                </a:ext>
              </a:extLst>
            </p:cNvPr>
            <p:cNvSpPr/>
            <p:nvPr/>
          </p:nvSpPr>
          <p:spPr bwMode="gray">
            <a:xfrm>
              <a:off x="3419872" y="2348880"/>
              <a:ext cx="144016" cy="288032"/>
            </a:xfrm>
            <a:prstGeom prst="rect">
              <a:avLst/>
            </a:prstGeom>
            <a:no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868000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B5B93-721A-434A-8136-4D0522FCBF10}"/>
              </a:ext>
            </a:extLst>
          </p:cNvPr>
          <p:cNvSpPr>
            <a:spLocks noGrp="1"/>
          </p:cNvSpPr>
          <p:nvPr>
            <p:ph type="title"/>
          </p:nvPr>
        </p:nvSpPr>
        <p:spPr/>
        <p:txBody>
          <a:bodyPr/>
          <a:lstStyle/>
          <a:p>
            <a:r>
              <a:rPr lang="en-US" dirty="0"/>
              <a:t>TAM Activity Diagram</a:t>
            </a:r>
          </a:p>
        </p:txBody>
      </p:sp>
      <p:cxnSp>
        <p:nvCxnSpPr>
          <p:cNvPr id="3" name="Straight Connector 2">
            <a:extLst>
              <a:ext uri="{FF2B5EF4-FFF2-40B4-BE49-F238E27FC236}">
                <a16:creationId xmlns:a16="http://schemas.microsoft.com/office/drawing/2014/main" id="{F737B2B0-1FE8-4695-93D1-1AD77E6CA756}"/>
              </a:ext>
            </a:extLst>
          </p:cNvPr>
          <p:cNvCxnSpPr/>
          <p:nvPr/>
        </p:nvCxnSpPr>
        <p:spPr bwMode="auto">
          <a:xfrm rot="5400000">
            <a:off x="3658105" y="3940948"/>
            <a:ext cx="5310837" cy="0"/>
          </a:xfrm>
          <a:prstGeom prst="line">
            <a:avLst/>
          </a:prstGeom>
          <a:solidFill>
            <a:schemeClr val="bg2"/>
          </a:solidFill>
          <a:ln w="17780" cap="flat" cmpd="sng" algn="ctr">
            <a:solidFill>
              <a:schemeClr val="bg2">
                <a:lumMod val="75000"/>
              </a:schemeClr>
            </a:solidFill>
            <a:prstDash val="dash"/>
            <a:round/>
            <a:headEnd type="none" w="med" len="med"/>
            <a:tailEnd type="none" w="med" len="med"/>
          </a:ln>
          <a:effectLst/>
        </p:spPr>
      </p:cxnSp>
      <p:cxnSp>
        <p:nvCxnSpPr>
          <p:cNvPr id="4" name="Straight Connector 3">
            <a:extLst>
              <a:ext uri="{FF2B5EF4-FFF2-40B4-BE49-F238E27FC236}">
                <a16:creationId xmlns:a16="http://schemas.microsoft.com/office/drawing/2014/main" id="{6A404AE5-553C-4C63-B4AC-CCF0AD3B9EEA}"/>
              </a:ext>
            </a:extLst>
          </p:cNvPr>
          <p:cNvCxnSpPr/>
          <p:nvPr/>
        </p:nvCxnSpPr>
        <p:spPr bwMode="auto">
          <a:xfrm rot="5400000">
            <a:off x="9179915" y="3510124"/>
            <a:ext cx="1618070" cy="0"/>
          </a:xfrm>
          <a:prstGeom prst="line">
            <a:avLst/>
          </a:prstGeom>
          <a:solidFill>
            <a:schemeClr val="bg2"/>
          </a:solidFill>
          <a:ln w="17780" cap="flat" cmpd="sng" algn="ctr">
            <a:solidFill>
              <a:schemeClr val="bg2">
                <a:lumMod val="75000"/>
              </a:schemeClr>
            </a:solidFill>
            <a:prstDash val="dash"/>
            <a:round/>
            <a:headEnd type="none" w="med" len="med"/>
            <a:tailEnd type="none" w="med" len="med"/>
          </a:ln>
          <a:effectLst/>
        </p:spPr>
      </p:cxnSp>
      <p:sp>
        <p:nvSpPr>
          <p:cNvPr id="5" name="TextBox 29">
            <a:extLst>
              <a:ext uri="{FF2B5EF4-FFF2-40B4-BE49-F238E27FC236}">
                <a16:creationId xmlns:a16="http://schemas.microsoft.com/office/drawing/2014/main" id="{4007E0FE-0872-4C97-ADAC-4360DA220D6D}"/>
              </a:ext>
            </a:extLst>
          </p:cNvPr>
          <p:cNvSpPr txBox="1">
            <a:spLocks noChangeArrowheads="1"/>
          </p:cNvSpPr>
          <p:nvPr/>
        </p:nvSpPr>
        <p:spPr bwMode="auto">
          <a:xfrm>
            <a:off x="8761524" y="2277189"/>
            <a:ext cx="1008062" cy="211203"/>
          </a:xfrm>
          <a:prstGeom prst="rect">
            <a:avLst/>
          </a:prstGeom>
          <a:noFill/>
          <a:ln w="9525">
            <a:noFill/>
            <a:miter lim="800000"/>
            <a:headEnd/>
            <a:tailEnd/>
          </a:ln>
        </p:spPr>
        <p:txBody>
          <a:bodyPr lIns="36000" tIns="36000" rIns="36000" bIns="36000" anchor="t" anchorCtr="0">
            <a:spAutoFit/>
          </a:bodyPr>
          <a:lstStyle/>
          <a:p>
            <a:r>
              <a:rPr lang="en-US" sz="900" dirty="0"/>
              <a:t>Condition</a:t>
            </a:r>
          </a:p>
        </p:txBody>
      </p:sp>
      <p:sp>
        <p:nvSpPr>
          <p:cNvPr id="6" name="AutoShape 5">
            <a:extLst>
              <a:ext uri="{FF2B5EF4-FFF2-40B4-BE49-F238E27FC236}">
                <a16:creationId xmlns:a16="http://schemas.microsoft.com/office/drawing/2014/main" id="{7AFDE48A-7877-45D2-BBEA-D163470D4AE6}"/>
              </a:ext>
            </a:extLst>
          </p:cNvPr>
          <p:cNvSpPr>
            <a:spLocks noChangeArrowheads="1"/>
          </p:cNvSpPr>
          <p:nvPr/>
        </p:nvSpPr>
        <p:spPr bwMode="auto">
          <a:xfrm>
            <a:off x="1633524" y="1341190"/>
            <a:ext cx="1008063" cy="2880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Enter Shop</a:t>
            </a:r>
          </a:p>
        </p:txBody>
      </p:sp>
      <p:grpSp>
        <p:nvGrpSpPr>
          <p:cNvPr id="7" name="Group 53">
            <a:extLst>
              <a:ext uri="{FF2B5EF4-FFF2-40B4-BE49-F238E27FC236}">
                <a16:creationId xmlns:a16="http://schemas.microsoft.com/office/drawing/2014/main" id="{80FA7245-719C-4943-AADC-027247FDEB22}"/>
              </a:ext>
            </a:extLst>
          </p:cNvPr>
          <p:cNvGrpSpPr>
            <a:grpSpLocks/>
          </p:cNvGrpSpPr>
          <p:nvPr/>
        </p:nvGrpSpPr>
        <p:grpSpPr bwMode="auto">
          <a:xfrm>
            <a:off x="8754607" y="1407685"/>
            <a:ext cx="144463" cy="288925"/>
            <a:chOff x="5679440" y="1524000"/>
            <a:chExt cx="144000" cy="289257"/>
          </a:xfrm>
        </p:grpSpPr>
        <p:sp>
          <p:nvSpPr>
            <p:cNvPr id="8" name="Oval 47">
              <a:extLst>
                <a:ext uri="{FF2B5EF4-FFF2-40B4-BE49-F238E27FC236}">
                  <a16:creationId xmlns:a16="http://schemas.microsoft.com/office/drawing/2014/main" id="{C2472781-E81A-422F-98C8-A3CF00A42D77}"/>
                </a:ext>
              </a:extLst>
            </p:cNvPr>
            <p:cNvSpPr>
              <a:spLocks noChangeArrowheads="1"/>
            </p:cNvSpPr>
            <p:nvPr/>
          </p:nvSpPr>
          <p:spPr bwMode="auto">
            <a:xfrm>
              <a:off x="5679440" y="1524000"/>
              <a:ext cx="144000" cy="144000"/>
            </a:xfrm>
            <a:prstGeom prst="ellipse">
              <a:avLst/>
            </a:prstGeom>
            <a:solidFill>
              <a:schemeClr val="tx1"/>
            </a:solidFill>
            <a:ln w="9525" algn="ctr">
              <a:solidFill>
                <a:schemeClr val="tx1"/>
              </a:solidFill>
              <a:round/>
              <a:headEnd/>
              <a:tailEnd/>
            </a:ln>
          </p:spPr>
          <p:txBody>
            <a:bodyPr lIns="90000" tIns="46800" rIns="90000" bIns="46800" anchor="ctr"/>
            <a:lstStyle/>
            <a:p>
              <a:endParaRPr lang="en-US"/>
            </a:p>
          </p:txBody>
        </p:sp>
        <p:cxnSp>
          <p:nvCxnSpPr>
            <p:cNvPr id="9" name="AutoShape 114">
              <a:extLst>
                <a:ext uri="{FF2B5EF4-FFF2-40B4-BE49-F238E27FC236}">
                  <a16:creationId xmlns:a16="http://schemas.microsoft.com/office/drawing/2014/main" id="{176B7FEE-BE28-4727-B3CF-6AFC63EAC2AD}"/>
                </a:ext>
              </a:extLst>
            </p:cNvPr>
            <p:cNvCxnSpPr>
              <a:cxnSpLocks noChangeShapeType="1"/>
            </p:cNvCxnSpPr>
            <p:nvPr/>
          </p:nvCxnSpPr>
          <p:spPr bwMode="auto">
            <a:xfrm flipV="1">
              <a:off x="5748338" y="1669257"/>
              <a:ext cx="1587" cy="144000"/>
            </a:xfrm>
            <a:prstGeom prst="straightConnector1">
              <a:avLst/>
            </a:prstGeom>
            <a:noFill/>
            <a:ln w="8890">
              <a:solidFill>
                <a:schemeClr val="tx1"/>
              </a:solidFill>
              <a:round/>
              <a:headEnd type="triangle" w="med" len="med"/>
              <a:tailEnd/>
            </a:ln>
          </p:spPr>
        </p:cxnSp>
      </p:grpSp>
      <p:grpSp>
        <p:nvGrpSpPr>
          <p:cNvPr id="10" name="Group 55">
            <a:extLst>
              <a:ext uri="{FF2B5EF4-FFF2-40B4-BE49-F238E27FC236}">
                <a16:creationId xmlns:a16="http://schemas.microsoft.com/office/drawing/2014/main" id="{DBC3F602-EA33-4FD8-B26B-ADB7EFE82B1E}"/>
              </a:ext>
            </a:extLst>
          </p:cNvPr>
          <p:cNvGrpSpPr>
            <a:grpSpLocks/>
          </p:cNvGrpSpPr>
          <p:nvPr/>
        </p:nvGrpSpPr>
        <p:grpSpPr bwMode="auto">
          <a:xfrm>
            <a:off x="2080024" y="1052917"/>
            <a:ext cx="142875" cy="288925"/>
            <a:chOff x="5679440" y="1524000"/>
            <a:chExt cx="144000" cy="289257"/>
          </a:xfrm>
        </p:grpSpPr>
        <p:sp>
          <p:nvSpPr>
            <p:cNvPr id="11" name="Oval 56">
              <a:extLst>
                <a:ext uri="{FF2B5EF4-FFF2-40B4-BE49-F238E27FC236}">
                  <a16:creationId xmlns:a16="http://schemas.microsoft.com/office/drawing/2014/main" id="{87A4F754-DFF3-4C7E-A7CC-F8ACB46F1C06}"/>
                </a:ext>
              </a:extLst>
            </p:cNvPr>
            <p:cNvSpPr>
              <a:spLocks noChangeArrowheads="1"/>
            </p:cNvSpPr>
            <p:nvPr/>
          </p:nvSpPr>
          <p:spPr bwMode="auto">
            <a:xfrm>
              <a:off x="5679440" y="1524000"/>
              <a:ext cx="144000" cy="144000"/>
            </a:xfrm>
            <a:prstGeom prst="ellipse">
              <a:avLst/>
            </a:prstGeom>
            <a:solidFill>
              <a:schemeClr val="tx1"/>
            </a:solidFill>
            <a:ln w="9525" algn="ctr">
              <a:solidFill>
                <a:schemeClr val="tx1"/>
              </a:solidFill>
              <a:round/>
              <a:headEnd/>
              <a:tailEnd/>
            </a:ln>
          </p:spPr>
          <p:txBody>
            <a:bodyPr lIns="90000" tIns="46800" rIns="90000" bIns="46800" anchor="ctr"/>
            <a:lstStyle/>
            <a:p>
              <a:endParaRPr lang="en-US"/>
            </a:p>
          </p:txBody>
        </p:sp>
        <p:cxnSp>
          <p:nvCxnSpPr>
            <p:cNvPr id="12" name="AutoShape 114">
              <a:extLst>
                <a:ext uri="{FF2B5EF4-FFF2-40B4-BE49-F238E27FC236}">
                  <a16:creationId xmlns:a16="http://schemas.microsoft.com/office/drawing/2014/main" id="{3D52400E-F071-4506-9319-6AE405FA854C}"/>
                </a:ext>
              </a:extLst>
            </p:cNvPr>
            <p:cNvCxnSpPr>
              <a:cxnSpLocks noChangeShapeType="1"/>
            </p:cNvCxnSpPr>
            <p:nvPr/>
          </p:nvCxnSpPr>
          <p:spPr bwMode="auto">
            <a:xfrm flipV="1">
              <a:off x="5748338" y="1669257"/>
              <a:ext cx="1587" cy="144000"/>
            </a:xfrm>
            <a:prstGeom prst="straightConnector1">
              <a:avLst/>
            </a:prstGeom>
            <a:noFill/>
            <a:ln w="8890">
              <a:solidFill>
                <a:schemeClr val="tx1"/>
              </a:solidFill>
              <a:round/>
              <a:headEnd type="triangle" w="med" len="med"/>
              <a:tailEnd/>
            </a:ln>
          </p:spPr>
        </p:cxnSp>
      </p:grpSp>
      <p:sp>
        <p:nvSpPr>
          <p:cNvPr id="13" name="AutoShape 5">
            <a:extLst>
              <a:ext uri="{FF2B5EF4-FFF2-40B4-BE49-F238E27FC236}">
                <a16:creationId xmlns:a16="http://schemas.microsoft.com/office/drawing/2014/main" id="{18FC41EF-2B24-4814-A14A-82633BB1BBED}"/>
              </a:ext>
            </a:extLst>
          </p:cNvPr>
          <p:cNvSpPr>
            <a:spLocks noChangeArrowheads="1"/>
          </p:cNvSpPr>
          <p:nvPr/>
        </p:nvSpPr>
        <p:spPr bwMode="auto">
          <a:xfrm>
            <a:off x="2713437" y="1916230"/>
            <a:ext cx="1008062" cy="363726"/>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Add to Shopping Cart</a:t>
            </a:r>
          </a:p>
        </p:txBody>
      </p:sp>
      <p:cxnSp>
        <p:nvCxnSpPr>
          <p:cNvPr id="14" name="Shape 82">
            <a:extLst>
              <a:ext uri="{FF2B5EF4-FFF2-40B4-BE49-F238E27FC236}">
                <a16:creationId xmlns:a16="http://schemas.microsoft.com/office/drawing/2014/main" id="{00FA76E0-765A-4C33-8005-508F80CC267B}"/>
              </a:ext>
            </a:extLst>
          </p:cNvPr>
          <p:cNvCxnSpPr>
            <a:cxnSpLocks noChangeShapeType="1"/>
            <a:stCxn id="43" idx="3"/>
          </p:cNvCxnSpPr>
          <p:nvPr/>
        </p:nvCxnSpPr>
        <p:spPr bwMode="auto">
          <a:xfrm flipV="1">
            <a:off x="2172704" y="1701189"/>
            <a:ext cx="468820" cy="395812"/>
          </a:xfrm>
          <a:prstGeom prst="straightConnector1">
            <a:avLst/>
          </a:prstGeom>
          <a:noFill/>
          <a:ln w="8890" algn="ctr">
            <a:solidFill>
              <a:schemeClr val="tx1"/>
            </a:solidFill>
            <a:round/>
            <a:headEnd/>
            <a:tailEnd/>
          </a:ln>
        </p:spPr>
      </p:cxnSp>
      <p:cxnSp>
        <p:nvCxnSpPr>
          <p:cNvPr id="15" name="Elbow Connector 70">
            <a:extLst>
              <a:ext uri="{FF2B5EF4-FFF2-40B4-BE49-F238E27FC236}">
                <a16:creationId xmlns:a16="http://schemas.microsoft.com/office/drawing/2014/main" id="{FB386DDE-150F-45E3-AB3C-B789A4CC2410}"/>
              </a:ext>
            </a:extLst>
          </p:cNvPr>
          <p:cNvCxnSpPr>
            <a:cxnSpLocks noChangeShapeType="1"/>
            <a:endCxn id="43" idx="5"/>
          </p:cNvCxnSpPr>
          <p:nvPr/>
        </p:nvCxnSpPr>
        <p:spPr bwMode="auto">
          <a:xfrm flipH="1" flipV="1">
            <a:off x="2173720" y="2169137"/>
            <a:ext cx="539804" cy="396052"/>
          </a:xfrm>
          <a:prstGeom prst="straightConnector1">
            <a:avLst/>
          </a:prstGeom>
          <a:noFill/>
          <a:ln w="8890" algn="ctr">
            <a:solidFill>
              <a:schemeClr val="tx1"/>
            </a:solidFill>
            <a:round/>
            <a:headEnd/>
            <a:tailEnd type="triangle" w="med" len="med"/>
          </a:ln>
        </p:spPr>
      </p:cxnSp>
      <p:cxnSp>
        <p:nvCxnSpPr>
          <p:cNvPr id="16" name="AutoShape 114">
            <a:extLst>
              <a:ext uri="{FF2B5EF4-FFF2-40B4-BE49-F238E27FC236}">
                <a16:creationId xmlns:a16="http://schemas.microsoft.com/office/drawing/2014/main" id="{5FCBECD6-2A54-47E2-8482-BE4BB6BB264F}"/>
              </a:ext>
            </a:extLst>
          </p:cNvPr>
          <p:cNvCxnSpPr>
            <a:cxnSpLocks noChangeShapeType="1"/>
            <a:stCxn id="43" idx="2"/>
            <a:endCxn id="6" idx="2"/>
          </p:cNvCxnSpPr>
          <p:nvPr/>
        </p:nvCxnSpPr>
        <p:spPr bwMode="auto">
          <a:xfrm flipV="1">
            <a:off x="2137532" y="1629190"/>
            <a:ext cx="24" cy="431999"/>
          </a:xfrm>
          <a:prstGeom prst="straightConnector1">
            <a:avLst/>
          </a:prstGeom>
          <a:noFill/>
          <a:ln w="8890">
            <a:solidFill>
              <a:schemeClr val="tx1"/>
            </a:solidFill>
            <a:round/>
            <a:headEnd type="triangle" w="med" len="med"/>
            <a:tailEnd/>
          </a:ln>
        </p:spPr>
      </p:cxnSp>
      <p:sp>
        <p:nvSpPr>
          <p:cNvPr id="17" name="AutoShape 5">
            <a:extLst>
              <a:ext uri="{FF2B5EF4-FFF2-40B4-BE49-F238E27FC236}">
                <a16:creationId xmlns:a16="http://schemas.microsoft.com/office/drawing/2014/main" id="{F3B45FC1-8D1A-4961-A995-2A58396D6460}"/>
              </a:ext>
            </a:extLst>
          </p:cNvPr>
          <p:cNvSpPr>
            <a:spLocks noChangeArrowheads="1"/>
          </p:cNvSpPr>
          <p:nvPr/>
        </p:nvSpPr>
        <p:spPr bwMode="auto">
          <a:xfrm>
            <a:off x="1633524" y="2637189"/>
            <a:ext cx="1008063" cy="2880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a:t>Submit Order</a:t>
            </a:r>
          </a:p>
        </p:txBody>
      </p:sp>
      <p:cxnSp>
        <p:nvCxnSpPr>
          <p:cNvPr id="18" name="AutoShape 114">
            <a:extLst>
              <a:ext uri="{FF2B5EF4-FFF2-40B4-BE49-F238E27FC236}">
                <a16:creationId xmlns:a16="http://schemas.microsoft.com/office/drawing/2014/main" id="{EF28532A-1BFB-49EA-9331-FF6C7B89275B}"/>
              </a:ext>
            </a:extLst>
          </p:cNvPr>
          <p:cNvCxnSpPr>
            <a:cxnSpLocks noChangeShapeType="1"/>
            <a:stCxn id="17" idx="0"/>
            <a:endCxn id="43" idx="6"/>
          </p:cNvCxnSpPr>
          <p:nvPr/>
        </p:nvCxnSpPr>
        <p:spPr bwMode="auto">
          <a:xfrm flipH="1" flipV="1">
            <a:off x="2137532" y="2205205"/>
            <a:ext cx="24" cy="431984"/>
          </a:xfrm>
          <a:prstGeom prst="straightConnector1">
            <a:avLst/>
          </a:prstGeom>
          <a:noFill/>
          <a:ln w="8890">
            <a:solidFill>
              <a:schemeClr val="tx1"/>
            </a:solidFill>
            <a:round/>
            <a:headEnd type="triangle" w="med" len="med"/>
            <a:tailEnd/>
          </a:ln>
        </p:spPr>
      </p:cxnSp>
      <p:sp>
        <p:nvSpPr>
          <p:cNvPr id="19" name="Rectangle 106">
            <a:extLst>
              <a:ext uri="{FF2B5EF4-FFF2-40B4-BE49-F238E27FC236}">
                <a16:creationId xmlns:a16="http://schemas.microsoft.com/office/drawing/2014/main" id="{FC6D3670-B0C0-4E79-BA4A-F8B2C54CB119}"/>
              </a:ext>
            </a:extLst>
          </p:cNvPr>
          <p:cNvSpPr>
            <a:spLocks noChangeArrowheads="1"/>
          </p:cNvSpPr>
          <p:nvPr/>
        </p:nvSpPr>
        <p:spPr bwMode="auto">
          <a:xfrm>
            <a:off x="3920036" y="3211629"/>
            <a:ext cx="2177488" cy="73560"/>
          </a:xfrm>
          <a:custGeom>
            <a:avLst/>
            <a:gdLst>
              <a:gd name="connsiteX0" fmla="*/ 0 w 2177488"/>
              <a:gd name="connsiteY0" fmla="*/ 0 h 72000"/>
              <a:gd name="connsiteX1" fmla="*/ 2177488 w 2177488"/>
              <a:gd name="connsiteY1" fmla="*/ 0 h 72000"/>
              <a:gd name="connsiteX2" fmla="*/ 2177488 w 2177488"/>
              <a:gd name="connsiteY2" fmla="*/ 72000 h 72000"/>
              <a:gd name="connsiteX3" fmla="*/ 0 w 2177488"/>
              <a:gd name="connsiteY3" fmla="*/ 72000 h 72000"/>
              <a:gd name="connsiteX4" fmla="*/ 0 w 2177488"/>
              <a:gd name="connsiteY4" fmla="*/ 0 h 72000"/>
              <a:gd name="connsiteX0" fmla="*/ 0 w 2177488"/>
              <a:gd name="connsiteY0" fmla="*/ 0 h 72000"/>
              <a:gd name="connsiteX1" fmla="*/ 2177488 w 2177488"/>
              <a:gd name="connsiteY1" fmla="*/ 0 h 72000"/>
              <a:gd name="connsiteX2" fmla="*/ 2177488 w 2177488"/>
              <a:gd name="connsiteY2" fmla="*/ 72000 h 72000"/>
              <a:gd name="connsiteX3" fmla="*/ 520918 w 2177488"/>
              <a:gd name="connsiteY3" fmla="*/ 70830 h 72000"/>
              <a:gd name="connsiteX4" fmla="*/ 0 w 2177488"/>
              <a:gd name="connsiteY4" fmla="*/ 72000 h 72000"/>
              <a:gd name="connsiteX5" fmla="*/ 0 w 2177488"/>
              <a:gd name="connsiteY5" fmla="*/ 0 h 72000"/>
              <a:gd name="connsiteX0" fmla="*/ 0 w 2177488"/>
              <a:gd name="connsiteY0" fmla="*/ 1560 h 73560"/>
              <a:gd name="connsiteX1" fmla="*/ 1025743 w 2177488"/>
              <a:gd name="connsiteY1" fmla="*/ 0 h 73560"/>
              <a:gd name="connsiteX2" fmla="*/ 2177488 w 2177488"/>
              <a:gd name="connsiteY2" fmla="*/ 1560 h 73560"/>
              <a:gd name="connsiteX3" fmla="*/ 2177488 w 2177488"/>
              <a:gd name="connsiteY3" fmla="*/ 73560 h 73560"/>
              <a:gd name="connsiteX4" fmla="*/ 520918 w 2177488"/>
              <a:gd name="connsiteY4" fmla="*/ 72390 h 73560"/>
              <a:gd name="connsiteX5" fmla="*/ 0 w 2177488"/>
              <a:gd name="connsiteY5" fmla="*/ 73560 h 73560"/>
              <a:gd name="connsiteX6" fmla="*/ 0 w 2177488"/>
              <a:gd name="connsiteY6" fmla="*/ 1560 h 7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7488" h="73560">
                <a:moveTo>
                  <a:pt x="0" y="1560"/>
                </a:moveTo>
                <a:lnTo>
                  <a:pt x="1025743" y="0"/>
                </a:lnTo>
                <a:lnTo>
                  <a:pt x="2177488" y="1560"/>
                </a:lnTo>
                <a:lnTo>
                  <a:pt x="2177488" y="73560"/>
                </a:lnTo>
                <a:lnTo>
                  <a:pt x="520918" y="72390"/>
                </a:lnTo>
                <a:lnTo>
                  <a:pt x="0" y="73560"/>
                </a:lnTo>
                <a:lnTo>
                  <a:pt x="0" y="1560"/>
                </a:lnTo>
                <a:close/>
              </a:path>
            </a:pathLst>
          </a:custGeom>
          <a:solidFill>
            <a:schemeClr val="tx1"/>
          </a:solidFill>
          <a:ln w="9525" algn="ctr">
            <a:noFill/>
            <a:round/>
            <a:headEnd/>
            <a:tailEnd/>
          </a:ln>
        </p:spPr>
        <p:txBody>
          <a:bodyPr lIns="90000" tIns="46800" rIns="90000" bIns="46800" anchor="ctr"/>
          <a:lstStyle/>
          <a:p>
            <a:endParaRPr lang="en-US"/>
          </a:p>
        </p:txBody>
      </p:sp>
      <p:sp>
        <p:nvSpPr>
          <p:cNvPr id="20" name="AutoShape 5">
            <a:extLst>
              <a:ext uri="{FF2B5EF4-FFF2-40B4-BE49-F238E27FC236}">
                <a16:creationId xmlns:a16="http://schemas.microsoft.com/office/drawing/2014/main" id="{A499F0F6-3937-4962-B7F8-D71D6BF3CB66}"/>
              </a:ext>
            </a:extLst>
          </p:cNvPr>
          <p:cNvSpPr>
            <a:spLocks noChangeArrowheads="1"/>
          </p:cNvSpPr>
          <p:nvPr/>
        </p:nvSpPr>
        <p:spPr bwMode="auto">
          <a:xfrm>
            <a:off x="3937462" y="3439823"/>
            <a:ext cx="1008062" cy="286775"/>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Check Availability</a:t>
            </a:r>
          </a:p>
        </p:txBody>
      </p:sp>
      <p:sp>
        <p:nvSpPr>
          <p:cNvPr id="21" name="AutoShape 5">
            <a:extLst>
              <a:ext uri="{FF2B5EF4-FFF2-40B4-BE49-F238E27FC236}">
                <a16:creationId xmlns:a16="http://schemas.microsoft.com/office/drawing/2014/main" id="{DB4A689A-573D-4029-9299-4464C56140AD}"/>
              </a:ext>
            </a:extLst>
          </p:cNvPr>
          <p:cNvSpPr>
            <a:spLocks noChangeArrowheads="1"/>
          </p:cNvSpPr>
          <p:nvPr/>
        </p:nvSpPr>
        <p:spPr bwMode="auto">
          <a:xfrm>
            <a:off x="5016999" y="3429189"/>
            <a:ext cx="1080525" cy="297409"/>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Request Payment Check</a:t>
            </a:r>
          </a:p>
        </p:txBody>
      </p:sp>
      <p:cxnSp>
        <p:nvCxnSpPr>
          <p:cNvPr id="22" name="AutoShape 114">
            <a:extLst>
              <a:ext uri="{FF2B5EF4-FFF2-40B4-BE49-F238E27FC236}">
                <a16:creationId xmlns:a16="http://schemas.microsoft.com/office/drawing/2014/main" id="{5AC181FC-4D0C-4E05-B02D-6239FF5C4A3F}"/>
              </a:ext>
            </a:extLst>
          </p:cNvPr>
          <p:cNvCxnSpPr>
            <a:cxnSpLocks noChangeShapeType="1"/>
            <a:stCxn id="20" idx="0"/>
            <a:endCxn id="19" idx="4"/>
          </p:cNvCxnSpPr>
          <p:nvPr/>
        </p:nvCxnSpPr>
        <p:spPr bwMode="auto">
          <a:xfrm flipH="1" flipV="1">
            <a:off x="4440954" y="3284019"/>
            <a:ext cx="539" cy="155804"/>
          </a:xfrm>
          <a:prstGeom prst="straightConnector1">
            <a:avLst/>
          </a:prstGeom>
          <a:noFill/>
          <a:ln w="8890">
            <a:solidFill>
              <a:schemeClr val="tx1"/>
            </a:solidFill>
            <a:round/>
            <a:headEnd type="triangle" w="med" len="med"/>
            <a:tailEnd/>
          </a:ln>
        </p:spPr>
      </p:cxnSp>
      <p:sp>
        <p:nvSpPr>
          <p:cNvPr id="23" name="AutoShape 5">
            <a:extLst>
              <a:ext uri="{FF2B5EF4-FFF2-40B4-BE49-F238E27FC236}">
                <a16:creationId xmlns:a16="http://schemas.microsoft.com/office/drawing/2014/main" id="{F626E274-96B3-40C4-AF7E-9C5320C15D6B}"/>
              </a:ext>
            </a:extLst>
          </p:cNvPr>
          <p:cNvSpPr>
            <a:spLocks noChangeArrowheads="1"/>
          </p:cNvSpPr>
          <p:nvPr/>
        </p:nvSpPr>
        <p:spPr bwMode="auto">
          <a:xfrm>
            <a:off x="6385524" y="4005189"/>
            <a:ext cx="1008062" cy="2880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Check Credit Limit</a:t>
            </a:r>
          </a:p>
        </p:txBody>
      </p:sp>
      <p:sp>
        <p:nvSpPr>
          <p:cNvPr id="24" name="Rectangle 129">
            <a:extLst>
              <a:ext uri="{FF2B5EF4-FFF2-40B4-BE49-F238E27FC236}">
                <a16:creationId xmlns:a16="http://schemas.microsoft.com/office/drawing/2014/main" id="{53CE5C86-2DE9-444E-A4C9-C52D49B47016}"/>
              </a:ext>
            </a:extLst>
          </p:cNvPr>
          <p:cNvSpPr>
            <a:spLocks noChangeArrowheads="1"/>
          </p:cNvSpPr>
          <p:nvPr/>
        </p:nvSpPr>
        <p:spPr bwMode="auto">
          <a:xfrm>
            <a:off x="3937524" y="4581189"/>
            <a:ext cx="2160000" cy="72000"/>
          </a:xfrm>
          <a:prstGeom prst="rect">
            <a:avLst/>
          </a:prstGeom>
          <a:solidFill>
            <a:schemeClr val="tx1"/>
          </a:solidFill>
          <a:ln w="9525" algn="ctr">
            <a:noFill/>
            <a:round/>
            <a:headEnd/>
            <a:tailEnd/>
          </a:ln>
        </p:spPr>
        <p:txBody>
          <a:bodyPr lIns="90000" tIns="46800" rIns="90000" bIns="46800" anchor="ctr"/>
          <a:lstStyle/>
          <a:p>
            <a:endParaRPr lang="en-US"/>
          </a:p>
        </p:txBody>
      </p:sp>
      <p:cxnSp>
        <p:nvCxnSpPr>
          <p:cNvPr id="25" name="AutoShape 114">
            <a:extLst>
              <a:ext uri="{FF2B5EF4-FFF2-40B4-BE49-F238E27FC236}">
                <a16:creationId xmlns:a16="http://schemas.microsoft.com/office/drawing/2014/main" id="{3334D36A-4D3C-464F-AC29-D55276A37C4F}"/>
              </a:ext>
            </a:extLst>
          </p:cNvPr>
          <p:cNvCxnSpPr>
            <a:cxnSpLocks noChangeShapeType="1"/>
            <a:endCxn id="20" idx="2"/>
          </p:cNvCxnSpPr>
          <p:nvPr/>
        </p:nvCxnSpPr>
        <p:spPr bwMode="auto">
          <a:xfrm flipV="1">
            <a:off x="4441356" y="3726598"/>
            <a:ext cx="137" cy="854711"/>
          </a:xfrm>
          <a:prstGeom prst="straightConnector1">
            <a:avLst/>
          </a:prstGeom>
          <a:noFill/>
          <a:ln w="8890">
            <a:solidFill>
              <a:schemeClr val="tx1"/>
            </a:solidFill>
            <a:round/>
            <a:headEnd type="triangle" w="med" len="med"/>
            <a:tailEnd/>
          </a:ln>
        </p:spPr>
      </p:cxnSp>
      <p:cxnSp>
        <p:nvCxnSpPr>
          <p:cNvPr id="26" name="AutoShape 114">
            <a:extLst>
              <a:ext uri="{FF2B5EF4-FFF2-40B4-BE49-F238E27FC236}">
                <a16:creationId xmlns:a16="http://schemas.microsoft.com/office/drawing/2014/main" id="{19261831-AE7C-4C3C-8485-D0DC18E46C4B}"/>
              </a:ext>
            </a:extLst>
          </p:cNvPr>
          <p:cNvCxnSpPr>
            <a:cxnSpLocks noChangeShapeType="1"/>
            <a:stCxn id="44" idx="2"/>
            <a:endCxn id="24" idx="2"/>
          </p:cNvCxnSpPr>
          <p:nvPr/>
        </p:nvCxnSpPr>
        <p:spPr bwMode="auto">
          <a:xfrm flipH="1" flipV="1">
            <a:off x="5017524" y="4653189"/>
            <a:ext cx="8" cy="144000"/>
          </a:xfrm>
          <a:prstGeom prst="straightConnector1">
            <a:avLst/>
          </a:prstGeom>
          <a:noFill/>
          <a:ln w="8890">
            <a:solidFill>
              <a:schemeClr val="tx1"/>
            </a:solidFill>
            <a:round/>
            <a:headEnd type="triangle" w="med" len="med"/>
            <a:tailEnd/>
          </a:ln>
        </p:spPr>
      </p:cxnSp>
      <p:sp>
        <p:nvSpPr>
          <p:cNvPr id="27" name="TextBox 21">
            <a:extLst>
              <a:ext uri="{FF2B5EF4-FFF2-40B4-BE49-F238E27FC236}">
                <a16:creationId xmlns:a16="http://schemas.microsoft.com/office/drawing/2014/main" id="{6AFD450A-E217-44F5-B617-A429CC25CCB7}"/>
              </a:ext>
            </a:extLst>
          </p:cNvPr>
          <p:cNvSpPr txBox="1">
            <a:spLocks noChangeArrowheads="1"/>
          </p:cNvSpPr>
          <p:nvPr/>
        </p:nvSpPr>
        <p:spPr bwMode="auto">
          <a:xfrm>
            <a:off x="5107387" y="4680255"/>
            <a:ext cx="1122362" cy="231775"/>
          </a:xfrm>
          <a:prstGeom prst="rect">
            <a:avLst/>
          </a:prstGeom>
          <a:noFill/>
          <a:ln w="9525">
            <a:noFill/>
            <a:miter lim="800000"/>
            <a:headEnd/>
            <a:tailEnd/>
          </a:ln>
        </p:spPr>
        <p:txBody>
          <a:bodyPr>
            <a:spAutoFit/>
          </a:bodyPr>
          <a:lstStyle/>
          <a:p>
            <a:pPr algn="l"/>
            <a:r>
              <a:rPr lang="en-US" sz="900" dirty="0"/>
              <a:t>Problem occurred</a:t>
            </a:r>
          </a:p>
        </p:txBody>
      </p:sp>
      <p:sp>
        <p:nvSpPr>
          <p:cNvPr id="28" name="TextBox 21">
            <a:extLst>
              <a:ext uri="{FF2B5EF4-FFF2-40B4-BE49-F238E27FC236}">
                <a16:creationId xmlns:a16="http://schemas.microsoft.com/office/drawing/2014/main" id="{EED0413A-4EAE-4159-A8C0-F12CE8173B67}"/>
              </a:ext>
            </a:extLst>
          </p:cNvPr>
          <p:cNvSpPr txBox="1">
            <a:spLocks noChangeArrowheads="1"/>
          </p:cNvSpPr>
          <p:nvPr/>
        </p:nvSpPr>
        <p:spPr bwMode="auto">
          <a:xfrm>
            <a:off x="4513524" y="4688192"/>
            <a:ext cx="450988" cy="230188"/>
          </a:xfrm>
          <a:prstGeom prst="rect">
            <a:avLst/>
          </a:prstGeom>
          <a:noFill/>
          <a:ln w="9525">
            <a:noFill/>
            <a:miter lim="800000"/>
            <a:headEnd/>
            <a:tailEnd/>
          </a:ln>
        </p:spPr>
        <p:txBody>
          <a:bodyPr wrap="square">
            <a:spAutoFit/>
          </a:bodyPr>
          <a:lstStyle/>
          <a:p>
            <a:pPr algn="r"/>
            <a:r>
              <a:rPr lang="en-US" sz="900" dirty="0"/>
              <a:t>OK</a:t>
            </a:r>
          </a:p>
        </p:txBody>
      </p:sp>
      <p:sp>
        <p:nvSpPr>
          <p:cNvPr id="29" name="AutoShape 5">
            <a:extLst>
              <a:ext uri="{FF2B5EF4-FFF2-40B4-BE49-F238E27FC236}">
                <a16:creationId xmlns:a16="http://schemas.microsoft.com/office/drawing/2014/main" id="{AFC37581-0B4A-440F-AB9F-4548CA68615E}"/>
              </a:ext>
            </a:extLst>
          </p:cNvPr>
          <p:cNvSpPr>
            <a:spLocks noChangeArrowheads="1"/>
          </p:cNvSpPr>
          <p:nvPr/>
        </p:nvSpPr>
        <p:spPr bwMode="auto">
          <a:xfrm>
            <a:off x="3937461" y="5085190"/>
            <a:ext cx="1008063" cy="2880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Send Order Confirmation</a:t>
            </a:r>
          </a:p>
        </p:txBody>
      </p:sp>
      <p:sp>
        <p:nvSpPr>
          <p:cNvPr id="30" name="AutoShape 5">
            <a:extLst>
              <a:ext uri="{FF2B5EF4-FFF2-40B4-BE49-F238E27FC236}">
                <a16:creationId xmlns:a16="http://schemas.microsoft.com/office/drawing/2014/main" id="{7F1427B9-43FE-4D16-A87C-E5171B784EB8}"/>
              </a:ext>
            </a:extLst>
          </p:cNvPr>
          <p:cNvSpPr>
            <a:spLocks noChangeArrowheads="1"/>
          </p:cNvSpPr>
          <p:nvPr/>
        </p:nvSpPr>
        <p:spPr bwMode="auto">
          <a:xfrm>
            <a:off x="3937461" y="5517190"/>
            <a:ext cx="1008063" cy="292241"/>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a:t>Trigger Delivery</a:t>
            </a:r>
          </a:p>
        </p:txBody>
      </p:sp>
      <p:sp>
        <p:nvSpPr>
          <p:cNvPr id="31" name="AutoShape 5">
            <a:extLst>
              <a:ext uri="{FF2B5EF4-FFF2-40B4-BE49-F238E27FC236}">
                <a16:creationId xmlns:a16="http://schemas.microsoft.com/office/drawing/2014/main" id="{4E807509-B543-4AEC-88FF-9422AE7D13B9}"/>
              </a:ext>
            </a:extLst>
          </p:cNvPr>
          <p:cNvSpPr>
            <a:spLocks noChangeArrowheads="1"/>
          </p:cNvSpPr>
          <p:nvPr/>
        </p:nvSpPr>
        <p:spPr bwMode="auto">
          <a:xfrm>
            <a:off x="5089524" y="5085189"/>
            <a:ext cx="1008063" cy="288001"/>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Send Problem Description</a:t>
            </a:r>
          </a:p>
        </p:txBody>
      </p:sp>
      <p:cxnSp>
        <p:nvCxnSpPr>
          <p:cNvPr id="32" name="AutoShape 114">
            <a:extLst>
              <a:ext uri="{FF2B5EF4-FFF2-40B4-BE49-F238E27FC236}">
                <a16:creationId xmlns:a16="http://schemas.microsoft.com/office/drawing/2014/main" id="{51AC49C1-EC25-49DB-9918-B841752649A9}"/>
              </a:ext>
            </a:extLst>
          </p:cNvPr>
          <p:cNvCxnSpPr>
            <a:cxnSpLocks noChangeShapeType="1"/>
            <a:stCxn id="30" idx="0"/>
            <a:endCxn id="29" idx="2"/>
          </p:cNvCxnSpPr>
          <p:nvPr/>
        </p:nvCxnSpPr>
        <p:spPr bwMode="auto">
          <a:xfrm flipV="1">
            <a:off x="4441493" y="5373190"/>
            <a:ext cx="0" cy="144000"/>
          </a:xfrm>
          <a:prstGeom prst="straightConnector1">
            <a:avLst/>
          </a:prstGeom>
          <a:noFill/>
          <a:ln w="8890">
            <a:solidFill>
              <a:schemeClr val="tx1"/>
            </a:solidFill>
            <a:round/>
            <a:headEnd type="triangle" w="med" len="med"/>
            <a:tailEnd/>
          </a:ln>
        </p:spPr>
      </p:cxnSp>
      <p:sp>
        <p:nvSpPr>
          <p:cNvPr id="33" name="AutoShape 5">
            <a:extLst>
              <a:ext uri="{FF2B5EF4-FFF2-40B4-BE49-F238E27FC236}">
                <a16:creationId xmlns:a16="http://schemas.microsoft.com/office/drawing/2014/main" id="{50C50714-60B2-40F9-A17A-1A54347742E6}"/>
              </a:ext>
            </a:extLst>
          </p:cNvPr>
          <p:cNvSpPr>
            <a:spLocks noChangeArrowheads="1"/>
          </p:cNvSpPr>
          <p:nvPr/>
        </p:nvSpPr>
        <p:spPr bwMode="auto">
          <a:xfrm>
            <a:off x="8322807" y="1773190"/>
            <a:ext cx="1008063" cy="288000"/>
          </a:xfrm>
          <a:prstGeom prst="roundRect">
            <a:avLst>
              <a:gd name="adj" fmla="val 5000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a:t>Action</a:t>
            </a:r>
          </a:p>
        </p:txBody>
      </p:sp>
      <p:sp>
        <p:nvSpPr>
          <p:cNvPr id="34" name="Rectangle 186">
            <a:extLst>
              <a:ext uri="{FF2B5EF4-FFF2-40B4-BE49-F238E27FC236}">
                <a16:creationId xmlns:a16="http://schemas.microsoft.com/office/drawing/2014/main" id="{466FC889-5B47-4AF7-AC21-04A1EF473A0F}"/>
              </a:ext>
            </a:extLst>
          </p:cNvPr>
          <p:cNvSpPr>
            <a:spLocks noChangeArrowheads="1"/>
          </p:cNvSpPr>
          <p:nvPr/>
        </p:nvSpPr>
        <p:spPr bwMode="auto">
          <a:xfrm>
            <a:off x="8124368" y="3811282"/>
            <a:ext cx="1008063" cy="71437"/>
          </a:xfrm>
          <a:prstGeom prst="rect">
            <a:avLst/>
          </a:prstGeom>
          <a:solidFill>
            <a:schemeClr val="tx1"/>
          </a:solidFill>
          <a:ln w="9525" algn="ctr">
            <a:noFill/>
            <a:round/>
            <a:headEnd/>
            <a:tailEnd/>
          </a:ln>
        </p:spPr>
        <p:txBody>
          <a:bodyPr lIns="90000" tIns="46800" rIns="90000" bIns="46800" anchor="ctr"/>
          <a:lstStyle/>
          <a:p>
            <a:endParaRPr lang="en-US"/>
          </a:p>
        </p:txBody>
      </p:sp>
      <p:sp>
        <p:nvSpPr>
          <p:cNvPr id="35" name="TextBox 75">
            <a:extLst>
              <a:ext uri="{FF2B5EF4-FFF2-40B4-BE49-F238E27FC236}">
                <a16:creationId xmlns:a16="http://schemas.microsoft.com/office/drawing/2014/main" id="{4D82D991-BC25-4578-9918-CCC8C843D454}"/>
              </a:ext>
            </a:extLst>
          </p:cNvPr>
          <p:cNvSpPr txBox="1">
            <a:spLocks noChangeArrowheads="1"/>
          </p:cNvSpPr>
          <p:nvPr/>
        </p:nvSpPr>
        <p:spPr bwMode="auto">
          <a:xfrm>
            <a:off x="2893524" y="1326111"/>
            <a:ext cx="909792" cy="276225"/>
          </a:xfrm>
          <a:prstGeom prst="rect">
            <a:avLst/>
          </a:prstGeom>
          <a:noFill/>
          <a:ln w="9525">
            <a:noFill/>
            <a:miter lim="800000"/>
            <a:headEnd/>
            <a:tailEnd/>
          </a:ln>
        </p:spPr>
        <p:txBody>
          <a:bodyPr wrap="square">
            <a:spAutoFit/>
          </a:bodyPr>
          <a:lstStyle/>
          <a:p>
            <a:pPr algn="r"/>
            <a:r>
              <a:rPr lang="en-US" sz="1200" b="1" dirty="0">
                <a:solidFill>
                  <a:srgbClr val="000000"/>
                </a:solidFill>
              </a:rPr>
              <a:t>Customer</a:t>
            </a:r>
            <a:endParaRPr lang="en-US" dirty="0"/>
          </a:p>
        </p:txBody>
      </p:sp>
      <p:sp>
        <p:nvSpPr>
          <p:cNvPr id="36" name="TextBox 76">
            <a:extLst>
              <a:ext uri="{FF2B5EF4-FFF2-40B4-BE49-F238E27FC236}">
                <a16:creationId xmlns:a16="http://schemas.microsoft.com/office/drawing/2014/main" id="{57FE198A-39CB-4476-B2A3-0AEAC25CB46D}"/>
              </a:ext>
            </a:extLst>
          </p:cNvPr>
          <p:cNvSpPr txBox="1">
            <a:spLocks noChangeArrowheads="1"/>
          </p:cNvSpPr>
          <p:nvPr/>
        </p:nvSpPr>
        <p:spPr bwMode="auto">
          <a:xfrm>
            <a:off x="3823222" y="1334904"/>
            <a:ext cx="2466975" cy="276225"/>
          </a:xfrm>
          <a:prstGeom prst="rect">
            <a:avLst/>
          </a:prstGeom>
          <a:noFill/>
          <a:ln w="9525">
            <a:noFill/>
            <a:miter lim="800000"/>
            <a:headEnd/>
            <a:tailEnd/>
          </a:ln>
        </p:spPr>
        <p:txBody>
          <a:bodyPr>
            <a:spAutoFit/>
          </a:bodyPr>
          <a:lstStyle/>
          <a:p>
            <a:pPr algn="ctr"/>
            <a:r>
              <a:rPr lang="en-US" sz="1200" b="1" dirty="0">
                <a:solidFill>
                  <a:srgbClr val="000000"/>
                </a:solidFill>
              </a:rPr>
              <a:t>Order Processing</a:t>
            </a:r>
            <a:endParaRPr lang="en-US" dirty="0"/>
          </a:p>
        </p:txBody>
      </p:sp>
      <p:sp>
        <p:nvSpPr>
          <p:cNvPr id="37" name="TextBox 77">
            <a:extLst>
              <a:ext uri="{FF2B5EF4-FFF2-40B4-BE49-F238E27FC236}">
                <a16:creationId xmlns:a16="http://schemas.microsoft.com/office/drawing/2014/main" id="{CFB16EF8-9600-44F1-A4E7-1F01EC2B3AAC}"/>
              </a:ext>
            </a:extLst>
          </p:cNvPr>
          <p:cNvSpPr txBox="1">
            <a:spLocks noChangeArrowheads="1"/>
          </p:cNvSpPr>
          <p:nvPr/>
        </p:nvSpPr>
        <p:spPr bwMode="auto">
          <a:xfrm>
            <a:off x="6301309" y="1299734"/>
            <a:ext cx="1233488" cy="646113"/>
          </a:xfrm>
          <a:prstGeom prst="rect">
            <a:avLst/>
          </a:prstGeom>
          <a:noFill/>
          <a:ln w="9525">
            <a:noFill/>
            <a:miter lim="800000"/>
            <a:headEnd/>
            <a:tailEnd/>
          </a:ln>
        </p:spPr>
        <p:txBody>
          <a:bodyPr>
            <a:spAutoFit/>
          </a:bodyPr>
          <a:lstStyle/>
          <a:p>
            <a:pPr algn="ctr"/>
            <a:r>
              <a:rPr lang="en-US" sz="1200" b="1" dirty="0"/>
              <a:t>Payment Service Provider</a:t>
            </a:r>
          </a:p>
        </p:txBody>
      </p:sp>
      <p:cxnSp>
        <p:nvCxnSpPr>
          <p:cNvPr id="38" name="Straight Connector 37">
            <a:extLst>
              <a:ext uri="{FF2B5EF4-FFF2-40B4-BE49-F238E27FC236}">
                <a16:creationId xmlns:a16="http://schemas.microsoft.com/office/drawing/2014/main" id="{1F76A6A8-5D0F-42A2-8B0A-DB696F903474}"/>
              </a:ext>
            </a:extLst>
          </p:cNvPr>
          <p:cNvCxnSpPr/>
          <p:nvPr/>
        </p:nvCxnSpPr>
        <p:spPr bwMode="auto">
          <a:xfrm rot="5400000">
            <a:off x="1138106" y="3940949"/>
            <a:ext cx="5310837" cy="0"/>
          </a:xfrm>
          <a:prstGeom prst="line">
            <a:avLst/>
          </a:prstGeom>
          <a:solidFill>
            <a:schemeClr val="bg2"/>
          </a:solidFill>
          <a:ln w="17780" cap="flat" cmpd="sng" algn="ctr">
            <a:solidFill>
              <a:schemeClr val="bg2">
                <a:lumMod val="75000"/>
              </a:schemeClr>
            </a:solidFill>
            <a:prstDash val="dash"/>
            <a:round/>
            <a:headEnd type="none" w="med" len="med"/>
            <a:tailEnd type="none" w="med" len="med"/>
          </a:ln>
          <a:effectLst/>
        </p:spPr>
      </p:cxnSp>
      <p:sp>
        <p:nvSpPr>
          <p:cNvPr id="39" name="Arc 38">
            <a:extLst>
              <a:ext uri="{FF2B5EF4-FFF2-40B4-BE49-F238E27FC236}">
                <a16:creationId xmlns:a16="http://schemas.microsoft.com/office/drawing/2014/main" id="{2AF3A5F7-207B-4035-8BB7-15B035E4BE3C}"/>
              </a:ext>
            </a:extLst>
          </p:cNvPr>
          <p:cNvSpPr/>
          <p:nvPr/>
        </p:nvSpPr>
        <p:spPr>
          <a:xfrm>
            <a:off x="7825732" y="479733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0" name="Arc 39">
            <a:extLst>
              <a:ext uri="{FF2B5EF4-FFF2-40B4-BE49-F238E27FC236}">
                <a16:creationId xmlns:a16="http://schemas.microsoft.com/office/drawing/2014/main" id="{42847046-694C-4932-BBA5-C9026A19DEA2}"/>
              </a:ext>
            </a:extLst>
          </p:cNvPr>
          <p:cNvSpPr/>
          <p:nvPr/>
        </p:nvSpPr>
        <p:spPr>
          <a:xfrm rot="16200000">
            <a:off x="7681716" y="479733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1" name="Arc 40">
            <a:extLst>
              <a:ext uri="{FF2B5EF4-FFF2-40B4-BE49-F238E27FC236}">
                <a16:creationId xmlns:a16="http://schemas.microsoft.com/office/drawing/2014/main" id="{7D16E2AB-DBBF-4D68-88D3-73D73B14BD27}"/>
              </a:ext>
            </a:extLst>
          </p:cNvPr>
          <p:cNvSpPr/>
          <p:nvPr/>
        </p:nvSpPr>
        <p:spPr>
          <a:xfrm rot="5400000">
            <a:off x="7825732" y="494134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2" name="Arc 41">
            <a:extLst>
              <a:ext uri="{FF2B5EF4-FFF2-40B4-BE49-F238E27FC236}">
                <a16:creationId xmlns:a16="http://schemas.microsoft.com/office/drawing/2014/main" id="{C4090C61-A5FD-4963-9CFE-532B28F7F1FB}"/>
              </a:ext>
            </a:extLst>
          </p:cNvPr>
          <p:cNvSpPr/>
          <p:nvPr/>
        </p:nvSpPr>
        <p:spPr>
          <a:xfrm rot="10800000">
            <a:off x="7681716" y="494134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
        <p:nvSpPr>
          <p:cNvPr id="43" name="Diamond 31">
            <a:extLst>
              <a:ext uri="{FF2B5EF4-FFF2-40B4-BE49-F238E27FC236}">
                <a16:creationId xmlns:a16="http://schemas.microsoft.com/office/drawing/2014/main" id="{C48EF0DC-50BC-4955-B167-4664D5D2524C}"/>
              </a:ext>
            </a:extLst>
          </p:cNvPr>
          <p:cNvSpPr>
            <a:spLocks noChangeArrowheads="1"/>
          </p:cNvSpPr>
          <p:nvPr/>
        </p:nvSpPr>
        <p:spPr bwMode="auto">
          <a:xfrm>
            <a:off x="2065524" y="2061189"/>
            <a:ext cx="144016" cy="144016"/>
          </a:xfrm>
          <a:custGeom>
            <a:avLst/>
            <a:gdLst>
              <a:gd name="connsiteX0" fmla="*/ 0 w 720080"/>
              <a:gd name="connsiteY0" fmla="*/ 360040 h 720080"/>
              <a:gd name="connsiteX1" fmla="*/ 360040 w 720080"/>
              <a:gd name="connsiteY1" fmla="*/ 0 h 720080"/>
              <a:gd name="connsiteX2" fmla="*/ 720080 w 720080"/>
              <a:gd name="connsiteY2" fmla="*/ 360040 h 720080"/>
              <a:gd name="connsiteX3" fmla="*/ 360040 w 720080"/>
              <a:gd name="connsiteY3" fmla="*/ 720080 h 720080"/>
              <a:gd name="connsiteX4" fmla="*/ 0 w 720080"/>
              <a:gd name="connsiteY4" fmla="*/ 360040 h 720080"/>
              <a:gd name="connsiteX0" fmla="*/ 0 w 720080"/>
              <a:gd name="connsiteY0" fmla="*/ 360040 h 720080"/>
              <a:gd name="connsiteX1" fmla="*/ 182840 w 720080"/>
              <a:gd name="connsiteY1" fmla="*/ 179060 h 720080"/>
              <a:gd name="connsiteX2" fmla="*/ 360040 w 720080"/>
              <a:gd name="connsiteY2" fmla="*/ 0 h 720080"/>
              <a:gd name="connsiteX3" fmla="*/ 720080 w 720080"/>
              <a:gd name="connsiteY3" fmla="*/ 360040 h 720080"/>
              <a:gd name="connsiteX4" fmla="*/ 360040 w 720080"/>
              <a:gd name="connsiteY4" fmla="*/ 720080 h 720080"/>
              <a:gd name="connsiteX5" fmla="*/ 0 w 720080"/>
              <a:gd name="connsiteY5"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360040 w 720080"/>
              <a:gd name="connsiteY5" fmla="*/ 720080 h 720080"/>
              <a:gd name="connsiteX6" fmla="*/ 0 w 720080"/>
              <a:gd name="connsiteY6"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540980 w 720080"/>
              <a:gd name="connsiteY5" fmla="*/ 539740 h 720080"/>
              <a:gd name="connsiteX6" fmla="*/ 360040 w 720080"/>
              <a:gd name="connsiteY6" fmla="*/ 720080 h 720080"/>
              <a:gd name="connsiteX7" fmla="*/ 0 w 720080"/>
              <a:gd name="connsiteY7"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540980 w 720080"/>
              <a:gd name="connsiteY5" fmla="*/ 539740 h 720080"/>
              <a:gd name="connsiteX6" fmla="*/ 360040 w 720080"/>
              <a:gd name="connsiteY6" fmla="*/ 720080 h 720080"/>
              <a:gd name="connsiteX7" fmla="*/ 177760 w 720080"/>
              <a:gd name="connsiteY7" fmla="*/ 539740 h 720080"/>
              <a:gd name="connsiteX8" fmla="*/ 0 w 720080"/>
              <a:gd name="connsiteY8" fmla="*/ 360040 h 72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80" h="720080">
                <a:moveTo>
                  <a:pt x="0" y="360040"/>
                </a:moveTo>
                <a:lnTo>
                  <a:pt x="182840" y="179060"/>
                </a:lnTo>
                <a:lnTo>
                  <a:pt x="360040" y="0"/>
                </a:lnTo>
                <a:lnTo>
                  <a:pt x="535900" y="179060"/>
                </a:lnTo>
                <a:lnTo>
                  <a:pt x="720080" y="360040"/>
                </a:lnTo>
                <a:lnTo>
                  <a:pt x="540980" y="539740"/>
                </a:lnTo>
                <a:lnTo>
                  <a:pt x="360040" y="720080"/>
                </a:lnTo>
                <a:lnTo>
                  <a:pt x="177760" y="539740"/>
                </a:lnTo>
                <a:lnTo>
                  <a:pt x="0" y="360040"/>
                </a:lnTo>
                <a:close/>
              </a:path>
            </a:pathLst>
          </a:custGeom>
          <a:solidFill>
            <a:schemeClr val="bg1"/>
          </a:solidFill>
          <a:ln w="17780" algn="ctr">
            <a:solidFill>
              <a:schemeClr val="tx1"/>
            </a:solidFill>
            <a:round/>
            <a:headEnd/>
            <a:tailEnd/>
          </a:ln>
        </p:spPr>
        <p:txBody>
          <a:bodyPr lIns="90000" tIns="46800" rIns="90000" bIns="46800" anchor="ctr"/>
          <a:lstStyle/>
          <a:p>
            <a:endParaRPr lang="en-US"/>
          </a:p>
        </p:txBody>
      </p:sp>
      <p:sp>
        <p:nvSpPr>
          <p:cNvPr id="44" name="Diamond 31">
            <a:extLst>
              <a:ext uri="{FF2B5EF4-FFF2-40B4-BE49-F238E27FC236}">
                <a16:creationId xmlns:a16="http://schemas.microsoft.com/office/drawing/2014/main" id="{B8030F9E-4C9D-4DB9-AE25-637D8A25B2F3}"/>
              </a:ext>
            </a:extLst>
          </p:cNvPr>
          <p:cNvSpPr>
            <a:spLocks noChangeArrowheads="1"/>
          </p:cNvSpPr>
          <p:nvPr/>
        </p:nvSpPr>
        <p:spPr bwMode="auto">
          <a:xfrm>
            <a:off x="4945524" y="4797189"/>
            <a:ext cx="144016" cy="144016"/>
          </a:xfrm>
          <a:custGeom>
            <a:avLst/>
            <a:gdLst>
              <a:gd name="connsiteX0" fmla="*/ 0 w 720080"/>
              <a:gd name="connsiteY0" fmla="*/ 360040 h 720080"/>
              <a:gd name="connsiteX1" fmla="*/ 360040 w 720080"/>
              <a:gd name="connsiteY1" fmla="*/ 0 h 720080"/>
              <a:gd name="connsiteX2" fmla="*/ 720080 w 720080"/>
              <a:gd name="connsiteY2" fmla="*/ 360040 h 720080"/>
              <a:gd name="connsiteX3" fmla="*/ 360040 w 720080"/>
              <a:gd name="connsiteY3" fmla="*/ 720080 h 720080"/>
              <a:gd name="connsiteX4" fmla="*/ 0 w 720080"/>
              <a:gd name="connsiteY4" fmla="*/ 360040 h 720080"/>
              <a:gd name="connsiteX0" fmla="*/ 0 w 720080"/>
              <a:gd name="connsiteY0" fmla="*/ 360040 h 720080"/>
              <a:gd name="connsiteX1" fmla="*/ 182840 w 720080"/>
              <a:gd name="connsiteY1" fmla="*/ 179060 h 720080"/>
              <a:gd name="connsiteX2" fmla="*/ 360040 w 720080"/>
              <a:gd name="connsiteY2" fmla="*/ 0 h 720080"/>
              <a:gd name="connsiteX3" fmla="*/ 720080 w 720080"/>
              <a:gd name="connsiteY3" fmla="*/ 360040 h 720080"/>
              <a:gd name="connsiteX4" fmla="*/ 360040 w 720080"/>
              <a:gd name="connsiteY4" fmla="*/ 720080 h 720080"/>
              <a:gd name="connsiteX5" fmla="*/ 0 w 720080"/>
              <a:gd name="connsiteY5"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360040 w 720080"/>
              <a:gd name="connsiteY5" fmla="*/ 720080 h 720080"/>
              <a:gd name="connsiteX6" fmla="*/ 0 w 720080"/>
              <a:gd name="connsiteY6"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540980 w 720080"/>
              <a:gd name="connsiteY5" fmla="*/ 539740 h 720080"/>
              <a:gd name="connsiteX6" fmla="*/ 360040 w 720080"/>
              <a:gd name="connsiteY6" fmla="*/ 720080 h 720080"/>
              <a:gd name="connsiteX7" fmla="*/ 0 w 720080"/>
              <a:gd name="connsiteY7"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540980 w 720080"/>
              <a:gd name="connsiteY5" fmla="*/ 539740 h 720080"/>
              <a:gd name="connsiteX6" fmla="*/ 360040 w 720080"/>
              <a:gd name="connsiteY6" fmla="*/ 720080 h 720080"/>
              <a:gd name="connsiteX7" fmla="*/ 177760 w 720080"/>
              <a:gd name="connsiteY7" fmla="*/ 539740 h 720080"/>
              <a:gd name="connsiteX8" fmla="*/ 0 w 720080"/>
              <a:gd name="connsiteY8" fmla="*/ 360040 h 72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80" h="720080">
                <a:moveTo>
                  <a:pt x="0" y="360040"/>
                </a:moveTo>
                <a:lnTo>
                  <a:pt x="182840" y="179060"/>
                </a:lnTo>
                <a:lnTo>
                  <a:pt x="360040" y="0"/>
                </a:lnTo>
                <a:lnTo>
                  <a:pt x="535900" y="179060"/>
                </a:lnTo>
                <a:lnTo>
                  <a:pt x="720080" y="360040"/>
                </a:lnTo>
                <a:lnTo>
                  <a:pt x="540980" y="539740"/>
                </a:lnTo>
                <a:lnTo>
                  <a:pt x="360040" y="720080"/>
                </a:lnTo>
                <a:lnTo>
                  <a:pt x="177760" y="539740"/>
                </a:lnTo>
                <a:lnTo>
                  <a:pt x="0" y="360040"/>
                </a:lnTo>
                <a:close/>
              </a:path>
            </a:pathLst>
          </a:custGeom>
          <a:solidFill>
            <a:schemeClr val="bg1"/>
          </a:solidFill>
          <a:ln w="17780" algn="ctr">
            <a:solidFill>
              <a:schemeClr val="tx1"/>
            </a:solidFill>
            <a:round/>
            <a:headEnd/>
            <a:tailEnd/>
          </a:ln>
        </p:spPr>
        <p:txBody>
          <a:bodyPr lIns="90000" tIns="46800" rIns="90000" bIns="46800" anchor="ctr"/>
          <a:lstStyle/>
          <a:p>
            <a:endParaRPr lang="en-US"/>
          </a:p>
        </p:txBody>
      </p:sp>
      <p:sp>
        <p:nvSpPr>
          <p:cNvPr id="45" name="Diamond 31">
            <a:extLst>
              <a:ext uri="{FF2B5EF4-FFF2-40B4-BE49-F238E27FC236}">
                <a16:creationId xmlns:a16="http://schemas.microsoft.com/office/drawing/2014/main" id="{2F9971C3-5AD8-4A24-95B6-4E4D37A1EA43}"/>
              </a:ext>
            </a:extLst>
          </p:cNvPr>
          <p:cNvSpPr>
            <a:spLocks noChangeArrowheads="1"/>
          </p:cNvSpPr>
          <p:nvPr/>
        </p:nvSpPr>
        <p:spPr bwMode="auto">
          <a:xfrm>
            <a:off x="4945508" y="5949189"/>
            <a:ext cx="144016" cy="144016"/>
          </a:xfrm>
          <a:custGeom>
            <a:avLst/>
            <a:gdLst>
              <a:gd name="connsiteX0" fmla="*/ 0 w 720080"/>
              <a:gd name="connsiteY0" fmla="*/ 360040 h 720080"/>
              <a:gd name="connsiteX1" fmla="*/ 360040 w 720080"/>
              <a:gd name="connsiteY1" fmla="*/ 0 h 720080"/>
              <a:gd name="connsiteX2" fmla="*/ 720080 w 720080"/>
              <a:gd name="connsiteY2" fmla="*/ 360040 h 720080"/>
              <a:gd name="connsiteX3" fmla="*/ 360040 w 720080"/>
              <a:gd name="connsiteY3" fmla="*/ 720080 h 720080"/>
              <a:gd name="connsiteX4" fmla="*/ 0 w 720080"/>
              <a:gd name="connsiteY4" fmla="*/ 360040 h 720080"/>
              <a:gd name="connsiteX0" fmla="*/ 0 w 720080"/>
              <a:gd name="connsiteY0" fmla="*/ 360040 h 720080"/>
              <a:gd name="connsiteX1" fmla="*/ 182840 w 720080"/>
              <a:gd name="connsiteY1" fmla="*/ 179060 h 720080"/>
              <a:gd name="connsiteX2" fmla="*/ 360040 w 720080"/>
              <a:gd name="connsiteY2" fmla="*/ 0 h 720080"/>
              <a:gd name="connsiteX3" fmla="*/ 720080 w 720080"/>
              <a:gd name="connsiteY3" fmla="*/ 360040 h 720080"/>
              <a:gd name="connsiteX4" fmla="*/ 360040 w 720080"/>
              <a:gd name="connsiteY4" fmla="*/ 720080 h 720080"/>
              <a:gd name="connsiteX5" fmla="*/ 0 w 720080"/>
              <a:gd name="connsiteY5"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360040 w 720080"/>
              <a:gd name="connsiteY5" fmla="*/ 720080 h 720080"/>
              <a:gd name="connsiteX6" fmla="*/ 0 w 720080"/>
              <a:gd name="connsiteY6"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540980 w 720080"/>
              <a:gd name="connsiteY5" fmla="*/ 539740 h 720080"/>
              <a:gd name="connsiteX6" fmla="*/ 360040 w 720080"/>
              <a:gd name="connsiteY6" fmla="*/ 720080 h 720080"/>
              <a:gd name="connsiteX7" fmla="*/ 0 w 720080"/>
              <a:gd name="connsiteY7"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540980 w 720080"/>
              <a:gd name="connsiteY5" fmla="*/ 539740 h 720080"/>
              <a:gd name="connsiteX6" fmla="*/ 360040 w 720080"/>
              <a:gd name="connsiteY6" fmla="*/ 720080 h 720080"/>
              <a:gd name="connsiteX7" fmla="*/ 177760 w 720080"/>
              <a:gd name="connsiteY7" fmla="*/ 539740 h 720080"/>
              <a:gd name="connsiteX8" fmla="*/ 0 w 720080"/>
              <a:gd name="connsiteY8" fmla="*/ 360040 h 72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80" h="720080">
                <a:moveTo>
                  <a:pt x="0" y="360040"/>
                </a:moveTo>
                <a:lnTo>
                  <a:pt x="182840" y="179060"/>
                </a:lnTo>
                <a:lnTo>
                  <a:pt x="360040" y="0"/>
                </a:lnTo>
                <a:lnTo>
                  <a:pt x="535900" y="179060"/>
                </a:lnTo>
                <a:lnTo>
                  <a:pt x="720080" y="360040"/>
                </a:lnTo>
                <a:lnTo>
                  <a:pt x="540980" y="539740"/>
                </a:lnTo>
                <a:lnTo>
                  <a:pt x="360040" y="720080"/>
                </a:lnTo>
                <a:lnTo>
                  <a:pt x="177760" y="539740"/>
                </a:lnTo>
                <a:lnTo>
                  <a:pt x="0" y="360040"/>
                </a:lnTo>
                <a:close/>
              </a:path>
            </a:pathLst>
          </a:custGeom>
          <a:solidFill>
            <a:schemeClr val="bg1"/>
          </a:solidFill>
          <a:ln w="17780" algn="ctr">
            <a:solidFill>
              <a:schemeClr val="tx1"/>
            </a:solidFill>
            <a:round/>
            <a:headEnd/>
            <a:tailEnd/>
          </a:ln>
        </p:spPr>
        <p:txBody>
          <a:bodyPr lIns="90000" tIns="46800" rIns="90000" bIns="46800" anchor="ctr"/>
          <a:lstStyle/>
          <a:p>
            <a:endParaRPr lang="en-US"/>
          </a:p>
        </p:txBody>
      </p:sp>
      <p:cxnSp>
        <p:nvCxnSpPr>
          <p:cNvPr id="46" name="AutoShape 114">
            <a:extLst>
              <a:ext uri="{FF2B5EF4-FFF2-40B4-BE49-F238E27FC236}">
                <a16:creationId xmlns:a16="http://schemas.microsoft.com/office/drawing/2014/main" id="{EC986F06-01CB-476C-9153-333F84D8D3B1}"/>
              </a:ext>
            </a:extLst>
          </p:cNvPr>
          <p:cNvCxnSpPr>
            <a:cxnSpLocks noChangeShapeType="1"/>
            <a:stCxn id="21" idx="0"/>
          </p:cNvCxnSpPr>
          <p:nvPr/>
        </p:nvCxnSpPr>
        <p:spPr bwMode="auto">
          <a:xfrm flipV="1">
            <a:off x="5557262" y="3285189"/>
            <a:ext cx="1984" cy="144000"/>
          </a:xfrm>
          <a:prstGeom prst="straightConnector1">
            <a:avLst/>
          </a:prstGeom>
          <a:noFill/>
          <a:ln w="8890">
            <a:solidFill>
              <a:schemeClr val="tx1"/>
            </a:solidFill>
            <a:round/>
            <a:headEnd type="triangle" w="med" len="med"/>
            <a:tailEnd/>
          </a:ln>
        </p:spPr>
      </p:cxnSp>
      <p:cxnSp>
        <p:nvCxnSpPr>
          <p:cNvPr id="47" name="AutoShape 34">
            <a:extLst>
              <a:ext uri="{FF2B5EF4-FFF2-40B4-BE49-F238E27FC236}">
                <a16:creationId xmlns:a16="http://schemas.microsoft.com/office/drawing/2014/main" id="{FB6CC1CE-EFCF-4799-8B08-FD7C54DBC794}"/>
              </a:ext>
            </a:extLst>
          </p:cNvPr>
          <p:cNvCxnSpPr>
            <a:cxnSpLocks noChangeShapeType="1"/>
            <a:endCxn id="49" idx="0"/>
          </p:cNvCxnSpPr>
          <p:nvPr/>
        </p:nvCxnSpPr>
        <p:spPr bwMode="auto">
          <a:xfrm>
            <a:off x="2641524" y="1701189"/>
            <a:ext cx="504056" cy="0"/>
          </a:xfrm>
          <a:prstGeom prst="straightConnector1">
            <a:avLst/>
          </a:prstGeom>
          <a:noFill/>
          <a:ln w="8890">
            <a:solidFill>
              <a:schemeClr val="tx1"/>
            </a:solidFill>
            <a:round/>
            <a:headEnd type="none" w="med" len="med"/>
            <a:tailEnd/>
          </a:ln>
        </p:spPr>
      </p:cxnSp>
      <p:cxnSp>
        <p:nvCxnSpPr>
          <p:cNvPr id="48" name="AutoShape 35">
            <a:extLst>
              <a:ext uri="{FF2B5EF4-FFF2-40B4-BE49-F238E27FC236}">
                <a16:creationId xmlns:a16="http://schemas.microsoft.com/office/drawing/2014/main" id="{BBD243A1-108A-4AA6-9CBC-FABF539D5588}"/>
              </a:ext>
            </a:extLst>
          </p:cNvPr>
          <p:cNvCxnSpPr>
            <a:cxnSpLocks noChangeShapeType="1"/>
            <a:stCxn id="49" idx="2"/>
            <a:endCxn id="13" idx="0"/>
          </p:cNvCxnSpPr>
          <p:nvPr/>
        </p:nvCxnSpPr>
        <p:spPr bwMode="auto">
          <a:xfrm flipH="1">
            <a:off x="3217468" y="1773197"/>
            <a:ext cx="120" cy="143033"/>
          </a:xfrm>
          <a:prstGeom prst="straightConnector1">
            <a:avLst/>
          </a:prstGeom>
          <a:noFill/>
          <a:ln w="8890">
            <a:solidFill>
              <a:schemeClr val="tx1"/>
            </a:solidFill>
            <a:round/>
            <a:headEnd type="none"/>
            <a:tailEnd type="triangle"/>
          </a:ln>
        </p:spPr>
      </p:cxnSp>
      <p:sp>
        <p:nvSpPr>
          <p:cNvPr id="49" name="Arc 48">
            <a:extLst>
              <a:ext uri="{FF2B5EF4-FFF2-40B4-BE49-F238E27FC236}">
                <a16:creationId xmlns:a16="http://schemas.microsoft.com/office/drawing/2014/main" id="{9C3DC543-668C-4F68-BD1A-D5EAC3B99BB7}"/>
              </a:ext>
            </a:extLst>
          </p:cNvPr>
          <p:cNvSpPr/>
          <p:nvPr/>
        </p:nvSpPr>
        <p:spPr>
          <a:xfrm>
            <a:off x="3073572" y="170118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50" name="AutoShape 35">
            <a:extLst>
              <a:ext uri="{FF2B5EF4-FFF2-40B4-BE49-F238E27FC236}">
                <a16:creationId xmlns:a16="http://schemas.microsoft.com/office/drawing/2014/main" id="{14BCA319-70A9-4976-A53A-CEBC504A345D}"/>
              </a:ext>
            </a:extLst>
          </p:cNvPr>
          <p:cNvCxnSpPr>
            <a:cxnSpLocks noChangeShapeType="1"/>
            <a:stCxn id="13" idx="2"/>
          </p:cNvCxnSpPr>
          <p:nvPr/>
        </p:nvCxnSpPr>
        <p:spPr bwMode="auto">
          <a:xfrm>
            <a:off x="3217468" y="2279956"/>
            <a:ext cx="56" cy="212969"/>
          </a:xfrm>
          <a:prstGeom prst="straightConnector1">
            <a:avLst/>
          </a:prstGeom>
          <a:noFill/>
          <a:ln w="8890">
            <a:solidFill>
              <a:schemeClr val="tx1"/>
            </a:solidFill>
            <a:round/>
            <a:headEnd/>
            <a:tailEnd/>
          </a:ln>
        </p:spPr>
      </p:cxnSp>
      <p:sp>
        <p:nvSpPr>
          <p:cNvPr id="51" name="Arc 50">
            <a:extLst>
              <a:ext uri="{FF2B5EF4-FFF2-40B4-BE49-F238E27FC236}">
                <a16:creationId xmlns:a16="http://schemas.microsoft.com/office/drawing/2014/main" id="{2D447DD7-D785-49C0-A421-F9901EBB4ECA}"/>
              </a:ext>
            </a:extLst>
          </p:cNvPr>
          <p:cNvSpPr/>
          <p:nvPr/>
        </p:nvSpPr>
        <p:spPr>
          <a:xfrm rot="5400000">
            <a:off x="3073524" y="2420925"/>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52" name="AutoShape 66">
            <a:extLst>
              <a:ext uri="{FF2B5EF4-FFF2-40B4-BE49-F238E27FC236}">
                <a16:creationId xmlns:a16="http://schemas.microsoft.com/office/drawing/2014/main" id="{6DBA8DA8-1BB7-4C6F-927C-9E24BC1ACDD0}"/>
              </a:ext>
            </a:extLst>
          </p:cNvPr>
          <p:cNvCxnSpPr>
            <a:cxnSpLocks noChangeShapeType="1"/>
          </p:cNvCxnSpPr>
          <p:nvPr/>
        </p:nvCxnSpPr>
        <p:spPr bwMode="auto">
          <a:xfrm flipH="1">
            <a:off x="2713524" y="2564925"/>
            <a:ext cx="432000" cy="264"/>
          </a:xfrm>
          <a:prstGeom prst="straightConnector1">
            <a:avLst/>
          </a:prstGeom>
          <a:noFill/>
          <a:ln w="8890">
            <a:solidFill>
              <a:schemeClr val="tx1"/>
            </a:solidFill>
            <a:round/>
            <a:headEnd type="none" w="med" len="med"/>
            <a:tailEnd/>
          </a:ln>
        </p:spPr>
      </p:cxnSp>
      <p:cxnSp>
        <p:nvCxnSpPr>
          <p:cNvPr id="53" name="AutoShape 34">
            <a:extLst>
              <a:ext uri="{FF2B5EF4-FFF2-40B4-BE49-F238E27FC236}">
                <a16:creationId xmlns:a16="http://schemas.microsoft.com/office/drawing/2014/main" id="{9E81C8A6-44F3-4CA6-A95C-25EAB8043450}"/>
              </a:ext>
            </a:extLst>
          </p:cNvPr>
          <p:cNvCxnSpPr>
            <a:cxnSpLocks noChangeShapeType="1"/>
            <a:stCxn id="44" idx="4"/>
            <a:endCxn id="55" idx="0"/>
          </p:cNvCxnSpPr>
          <p:nvPr/>
        </p:nvCxnSpPr>
        <p:spPr bwMode="auto">
          <a:xfrm flipV="1">
            <a:off x="5089540" y="4869189"/>
            <a:ext cx="432103" cy="8"/>
          </a:xfrm>
          <a:prstGeom prst="straightConnector1">
            <a:avLst/>
          </a:prstGeom>
          <a:noFill/>
          <a:ln w="8890">
            <a:solidFill>
              <a:schemeClr val="tx1"/>
            </a:solidFill>
            <a:round/>
            <a:headEnd type="none" w="med" len="med"/>
            <a:tailEnd/>
          </a:ln>
        </p:spPr>
      </p:cxnSp>
      <p:cxnSp>
        <p:nvCxnSpPr>
          <p:cNvPr id="54" name="AutoShape 35">
            <a:extLst>
              <a:ext uri="{FF2B5EF4-FFF2-40B4-BE49-F238E27FC236}">
                <a16:creationId xmlns:a16="http://schemas.microsoft.com/office/drawing/2014/main" id="{F8222C66-02E1-4486-9519-1BF5E32C5B89}"/>
              </a:ext>
            </a:extLst>
          </p:cNvPr>
          <p:cNvCxnSpPr>
            <a:cxnSpLocks noChangeShapeType="1"/>
            <a:stCxn id="55" idx="2"/>
            <a:endCxn id="31" idx="0"/>
          </p:cNvCxnSpPr>
          <p:nvPr/>
        </p:nvCxnSpPr>
        <p:spPr bwMode="auto">
          <a:xfrm flipH="1">
            <a:off x="5593556" y="4941197"/>
            <a:ext cx="95" cy="143992"/>
          </a:xfrm>
          <a:prstGeom prst="straightConnector1">
            <a:avLst/>
          </a:prstGeom>
          <a:noFill/>
          <a:ln w="8890">
            <a:solidFill>
              <a:schemeClr val="tx1"/>
            </a:solidFill>
            <a:round/>
            <a:headEnd/>
            <a:tailEnd type="triangle"/>
          </a:ln>
        </p:spPr>
      </p:cxnSp>
      <p:sp>
        <p:nvSpPr>
          <p:cNvPr id="55" name="Arc 54">
            <a:extLst>
              <a:ext uri="{FF2B5EF4-FFF2-40B4-BE49-F238E27FC236}">
                <a16:creationId xmlns:a16="http://schemas.microsoft.com/office/drawing/2014/main" id="{9E481074-B345-41D4-B6BC-01D813BF17A2}"/>
              </a:ext>
            </a:extLst>
          </p:cNvPr>
          <p:cNvSpPr/>
          <p:nvPr/>
        </p:nvSpPr>
        <p:spPr>
          <a:xfrm>
            <a:off x="5449635" y="486918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56" name="AutoShape 65">
            <a:extLst>
              <a:ext uri="{FF2B5EF4-FFF2-40B4-BE49-F238E27FC236}">
                <a16:creationId xmlns:a16="http://schemas.microsoft.com/office/drawing/2014/main" id="{15BD005B-CEA9-4F27-8AC6-66EB9DD1A342}"/>
              </a:ext>
            </a:extLst>
          </p:cNvPr>
          <p:cNvCxnSpPr>
            <a:cxnSpLocks noChangeShapeType="1"/>
            <a:stCxn id="29" idx="0"/>
            <a:endCxn id="58" idx="0"/>
          </p:cNvCxnSpPr>
          <p:nvPr/>
        </p:nvCxnSpPr>
        <p:spPr bwMode="auto">
          <a:xfrm flipV="1">
            <a:off x="4441493" y="4941197"/>
            <a:ext cx="23" cy="143993"/>
          </a:xfrm>
          <a:prstGeom prst="straightConnector1">
            <a:avLst/>
          </a:prstGeom>
          <a:noFill/>
          <a:ln w="8890">
            <a:solidFill>
              <a:schemeClr val="tx1"/>
            </a:solidFill>
            <a:round/>
            <a:headEnd type="triangle"/>
            <a:tailEnd type="none"/>
          </a:ln>
        </p:spPr>
      </p:cxnSp>
      <p:cxnSp>
        <p:nvCxnSpPr>
          <p:cNvPr id="57" name="AutoShape 66">
            <a:extLst>
              <a:ext uri="{FF2B5EF4-FFF2-40B4-BE49-F238E27FC236}">
                <a16:creationId xmlns:a16="http://schemas.microsoft.com/office/drawing/2014/main" id="{D7B073D5-12E5-4CA8-9B9A-CBF3B6198A0A}"/>
              </a:ext>
            </a:extLst>
          </p:cNvPr>
          <p:cNvCxnSpPr>
            <a:cxnSpLocks noChangeShapeType="1"/>
            <a:stCxn id="44" idx="0"/>
            <a:endCxn id="58" idx="2"/>
          </p:cNvCxnSpPr>
          <p:nvPr/>
        </p:nvCxnSpPr>
        <p:spPr bwMode="auto">
          <a:xfrm flipH="1" flipV="1">
            <a:off x="4513524" y="4869189"/>
            <a:ext cx="432000" cy="8"/>
          </a:xfrm>
          <a:prstGeom prst="straightConnector1">
            <a:avLst/>
          </a:prstGeom>
          <a:noFill/>
          <a:ln w="8890">
            <a:solidFill>
              <a:schemeClr val="tx1"/>
            </a:solidFill>
            <a:round/>
            <a:headEnd type="none" w="med" len="med"/>
            <a:tailEnd/>
          </a:ln>
        </p:spPr>
      </p:cxnSp>
      <p:sp>
        <p:nvSpPr>
          <p:cNvPr id="58" name="Arc 57">
            <a:extLst>
              <a:ext uri="{FF2B5EF4-FFF2-40B4-BE49-F238E27FC236}">
                <a16:creationId xmlns:a16="http://schemas.microsoft.com/office/drawing/2014/main" id="{5155EB90-0ECF-4797-A74C-EF8377065AB1}"/>
              </a:ext>
            </a:extLst>
          </p:cNvPr>
          <p:cNvSpPr/>
          <p:nvPr/>
        </p:nvSpPr>
        <p:spPr>
          <a:xfrm rot="16200000">
            <a:off x="4441516" y="486918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59" name="AutoShape 35">
            <a:extLst>
              <a:ext uri="{FF2B5EF4-FFF2-40B4-BE49-F238E27FC236}">
                <a16:creationId xmlns:a16="http://schemas.microsoft.com/office/drawing/2014/main" id="{4CF2C433-3305-4201-B8F6-DDE2D8229D30}"/>
              </a:ext>
            </a:extLst>
          </p:cNvPr>
          <p:cNvCxnSpPr>
            <a:cxnSpLocks noChangeShapeType="1"/>
            <a:stCxn id="31" idx="2"/>
            <a:endCxn id="60" idx="0"/>
          </p:cNvCxnSpPr>
          <p:nvPr/>
        </p:nvCxnSpPr>
        <p:spPr bwMode="auto">
          <a:xfrm>
            <a:off x="5593556" y="5373190"/>
            <a:ext cx="47" cy="576007"/>
          </a:xfrm>
          <a:prstGeom prst="straightConnector1">
            <a:avLst/>
          </a:prstGeom>
          <a:noFill/>
          <a:ln w="8890">
            <a:solidFill>
              <a:schemeClr val="tx1"/>
            </a:solidFill>
            <a:round/>
            <a:headEnd/>
            <a:tailEnd/>
          </a:ln>
        </p:spPr>
      </p:cxnSp>
      <p:sp>
        <p:nvSpPr>
          <p:cNvPr id="60" name="Arc 59">
            <a:extLst>
              <a:ext uri="{FF2B5EF4-FFF2-40B4-BE49-F238E27FC236}">
                <a16:creationId xmlns:a16="http://schemas.microsoft.com/office/drawing/2014/main" id="{046EA618-BE35-4C14-A2B9-F70A30DF9188}"/>
              </a:ext>
            </a:extLst>
          </p:cNvPr>
          <p:cNvSpPr/>
          <p:nvPr/>
        </p:nvSpPr>
        <p:spPr>
          <a:xfrm rot="5400000">
            <a:off x="5449587" y="587718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61" name="AutoShape 66">
            <a:extLst>
              <a:ext uri="{FF2B5EF4-FFF2-40B4-BE49-F238E27FC236}">
                <a16:creationId xmlns:a16="http://schemas.microsoft.com/office/drawing/2014/main" id="{668C72D7-82A5-41AA-82FB-071DA75998E7}"/>
              </a:ext>
            </a:extLst>
          </p:cNvPr>
          <p:cNvCxnSpPr>
            <a:cxnSpLocks noChangeShapeType="1"/>
            <a:stCxn id="60" idx="2"/>
            <a:endCxn id="45" idx="4"/>
          </p:cNvCxnSpPr>
          <p:nvPr/>
        </p:nvCxnSpPr>
        <p:spPr bwMode="auto">
          <a:xfrm flipH="1" flipV="1">
            <a:off x="5089524" y="6021197"/>
            <a:ext cx="432071" cy="8"/>
          </a:xfrm>
          <a:prstGeom prst="straightConnector1">
            <a:avLst/>
          </a:prstGeom>
          <a:noFill/>
          <a:ln w="8890">
            <a:solidFill>
              <a:schemeClr val="tx1"/>
            </a:solidFill>
            <a:round/>
            <a:headEnd type="none" w="med" len="med"/>
            <a:tailEnd type="triangle"/>
          </a:ln>
        </p:spPr>
      </p:cxnSp>
      <p:cxnSp>
        <p:nvCxnSpPr>
          <p:cNvPr id="62" name="AutoShape 65">
            <a:extLst>
              <a:ext uri="{FF2B5EF4-FFF2-40B4-BE49-F238E27FC236}">
                <a16:creationId xmlns:a16="http://schemas.microsoft.com/office/drawing/2014/main" id="{F2CF8420-1F61-46B4-BF57-3FD04A9E275D}"/>
              </a:ext>
            </a:extLst>
          </p:cNvPr>
          <p:cNvCxnSpPr>
            <a:cxnSpLocks noChangeShapeType="1"/>
            <a:stCxn id="63" idx="2"/>
            <a:endCxn id="30" idx="2"/>
          </p:cNvCxnSpPr>
          <p:nvPr/>
        </p:nvCxnSpPr>
        <p:spPr bwMode="auto">
          <a:xfrm flipH="1" flipV="1">
            <a:off x="4441493" y="5809431"/>
            <a:ext cx="31" cy="139766"/>
          </a:xfrm>
          <a:prstGeom prst="straightConnector1">
            <a:avLst/>
          </a:prstGeom>
          <a:noFill/>
          <a:ln w="8890">
            <a:solidFill>
              <a:schemeClr val="tx1"/>
            </a:solidFill>
            <a:round/>
            <a:headEnd/>
            <a:tailEnd/>
          </a:ln>
        </p:spPr>
      </p:cxnSp>
      <p:sp>
        <p:nvSpPr>
          <p:cNvPr id="63" name="Arc 62">
            <a:extLst>
              <a:ext uri="{FF2B5EF4-FFF2-40B4-BE49-F238E27FC236}">
                <a16:creationId xmlns:a16="http://schemas.microsoft.com/office/drawing/2014/main" id="{8F7225E8-FD7D-469A-A205-084793EB29C5}"/>
              </a:ext>
            </a:extLst>
          </p:cNvPr>
          <p:cNvSpPr/>
          <p:nvPr/>
        </p:nvSpPr>
        <p:spPr>
          <a:xfrm rot="10800000">
            <a:off x="4441524" y="587718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cxnSp>
        <p:nvCxnSpPr>
          <p:cNvPr id="64" name="AutoShape 66">
            <a:extLst>
              <a:ext uri="{FF2B5EF4-FFF2-40B4-BE49-F238E27FC236}">
                <a16:creationId xmlns:a16="http://schemas.microsoft.com/office/drawing/2014/main" id="{5C4CC230-BB30-4DF3-B542-6C9B439827DE}"/>
              </a:ext>
            </a:extLst>
          </p:cNvPr>
          <p:cNvCxnSpPr>
            <a:cxnSpLocks noChangeShapeType="1"/>
            <a:stCxn id="45" idx="0"/>
            <a:endCxn id="63" idx="0"/>
          </p:cNvCxnSpPr>
          <p:nvPr/>
        </p:nvCxnSpPr>
        <p:spPr bwMode="auto">
          <a:xfrm flipH="1">
            <a:off x="4513532" y="6021197"/>
            <a:ext cx="431976" cy="8"/>
          </a:xfrm>
          <a:prstGeom prst="straightConnector1">
            <a:avLst/>
          </a:prstGeom>
          <a:noFill/>
          <a:ln w="8890">
            <a:solidFill>
              <a:schemeClr val="tx1"/>
            </a:solidFill>
            <a:round/>
            <a:headEnd type="triangle" w="med" len="med"/>
            <a:tailEnd type="none"/>
          </a:ln>
        </p:spPr>
      </p:cxnSp>
      <p:sp>
        <p:nvSpPr>
          <p:cNvPr id="65" name="Arc 64">
            <a:extLst>
              <a:ext uri="{FF2B5EF4-FFF2-40B4-BE49-F238E27FC236}">
                <a16:creationId xmlns:a16="http://schemas.microsoft.com/office/drawing/2014/main" id="{8A4F3D3E-B6F4-490D-9903-A49A6937FEBA}"/>
              </a:ext>
            </a:extLst>
          </p:cNvPr>
          <p:cNvSpPr/>
          <p:nvPr/>
        </p:nvSpPr>
        <p:spPr>
          <a:xfrm rot="10800000">
            <a:off x="5557480" y="371718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
        <p:nvSpPr>
          <p:cNvPr id="66" name="Arc 65">
            <a:extLst>
              <a:ext uri="{FF2B5EF4-FFF2-40B4-BE49-F238E27FC236}">
                <a16:creationId xmlns:a16="http://schemas.microsoft.com/office/drawing/2014/main" id="{14840A65-CAC7-441F-AFC9-28A4850051BC}"/>
              </a:ext>
            </a:extLst>
          </p:cNvPr>
          <p:cNvSpPr/>
          <p:nvPr/>
        </p:nvSpPr>
        <p:spPr>
          <a:xfrm>
            <a:off x="6745524" y="3861189"/>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67" name="AutoShape 114">
            <a:extLst>
              <a:ext uri="{FF2B5EF4-FFF2-40B4-BE49-F238E27FC236}">
                <a16:creationId xmlns:a16="http://schemas.microsoft.com/office/drawing/2014/main" id="{D82CE5B0-B137-48A7-BF44-A84D0BE12C68}"/>
              </a:ext>
            </a:extLst>
          </p:cNvPr>
          <p:cNvCxnSpPr>
            <a:cxnSpLocks noChangeShapeType="1"/>
            <a:stCxn id="23" idx="0"/>
            <a:endCxn id="66" idx="2"/>
          </p:cNvCxnSpPr>
          <p:nvPr/>
        </p:nvCxnSpPr>
        <p:spPr bwMode="auto">
          <a:xfrm flipH="1" flipV="1">
            <a:off x="6889540" y="3933197"/>
            <a:ext cx="15" cy="71992"/>
          </a:xfrm>
          <a:prstGeom prst="straightConnector1">
            <a:avLst/>
          </a:prstGeom>
          <a:noFill/>
          <a:ln w="8890">
            <a:solidFill>
              <a:schemeClr val="tx1"/>
            </a:solidFill>
            <a:round/>
            <a:headEnd type="triangle" w="med" len="med"/>
            <a:tailEnd/>
          </a:ln>
        </p:spPr>
      </p:cxnSp>
      <p:cxnSp>
        <p:nvCxnSpPr>
          <p:cNvPr id="68" name="AutoShape 66">
            <a:extLst>
              <a:ext uri="{FF2B5EF4-FFF2-40B4-BE49-F238E27FC236}">
                <a16:creationId xmlns:a16="http://schemas.microsoft.com/office/drawing/2014/main" id="{DA09F541-6616-431E-8BFC-B782390DF43C}"/>
              </a:ext>
            </a:extLst>
          </p:cNvPr>
          <p:cNvCxnSpPr>
            <a:cxnSpLocks noChangeShapeType="1"/>
            <a:stCxn id="66" idx="0"/>
            <a:endCxn id="65" idx="0"/>
          </p:cNvCxnSpPr>
          <p:nvPr/>
        </p:nvCxnSpPr>
        <p:spPr bwMode="auto">
          <a:xfrm flipH="1">
            <a:off x="5629488" y="3861189"/>
            <a:ext cx="1188044" cy="16"/>
          </a:xfrm>
          <a:prstGeom prst="straightConnector1">
            <a:avLst/>
          </a:prstGeom>
          <a:noFill/>
          <a:ln w="8890">
            <a:solidFill>
              <a:schemeClr val="tx1"/>
            </a:solidFill>
            <a:round/>
            <a:headEnd type="none" w="med" len="med"/>
            <a:tailEnd/>
          </a:ln>
        </p:spPr>
      </p:cxnSp>
      <p:cxnSp>
        <p:nvCxnSpPr>
          <p:cNvPr id="69" name="AutoShape 114">
            <a:extLst>
              <a:ext uri="{FF2B5EF4-FFF2-40B4-BE49-F238E27FC236}">
                <a16:creationId xmlns:a16="http://schemas.microsoft.com/office/drawing/2014/main" id="{6C809EE1-3D3B-4245-BB28-B7379410BC04}"/>
              </a:ext>
            </a:extLst>
          </p:cNvPr>
          <p:cNvCxnSpPr>
            <a:cxnSpLocks noChangeShapeType="1"/>
            <a:stCxn id="65" idx="2"/>
            <a:endCxn id="21" idx="2"/>
          </p:cNvCxnSpPr>
          <p:nvPr/>
        </p:nvCxnSpPr>
        <p:spPr bwMode="auto">
          <a:xfrm flipH="1" flipV="1">
            <a:off x="5557262" y="3726598"/>
            <a:ext cx="218" cy="62599"/>
          </a:xfrm>
          <a:prstGeom prst="straightConnector1">
            <a:avLst/>
          </a:prstGeom>
          <a:noFill/>
          <a:ln w="8890">
            <a:solidFill>
              <a:schemeClr val="tx1"/>
            </a:solidFill>
            <a:round/>
            <a:headEnd type="none" w="med" len="med"/>
            <a:tailEnd/>
          </a:ln>
        </p:spPr>
      </p:cxnSp>
      <p:sp>
        <p:nvSpPr>
          <p:cNvPr id="70" name="Arc 69">
            <a:extLst>
              <a:ext uri="{FF2B5EF4-FFF2-40B4-BE49-F238E27FC236}">
                <a16:creationId xmlns:a16="http://schemas.microsoft.com/office/drawing/2014/main" id="{9128B09F-34A8-4D38-81DF-3B0F4C244350}"/>
              </a:ext>
            </a:extLst>
          </p:cNvPr>
          <p:cNvSpPr/>
          <p:nvPr/>
        </p:nvSpPr>
        <p:spPr>
          <a:xfrm rot="16200000">
            <a:off x="5557480" y="443729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71" name="Arc 70">
            <a:extLst>
              <a:ext uri="{FF2B5EF4-FFF2-40B4-BE49-F238E27FC236}">
                <a16:creationId xmlns:a16="http://schemas.microsoft.com/office/drawing/2014/main" id="{1537202B-A76E-4180-844A-1DAB6B027B58}"/>
              </a:ext>
            </a:extLst>
          </p:cNvPr>
          <p:cNvSpPr/>
          <p:nvPr/>
        </p:nvSpPr>
        <p:spPr>
          <a:xfrm rot="5400000">
            <a:off x="6745612" y="4293277"/>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72" name="AutoShape 114">
            <a:extLst>
              <a:ext uri="{FF2B5EF4-FFF2-40B4-BE49-F238E27FC236}">
                <a16:creationId xmlns:a16="http://schemas.microsoft.com/office/drawing/2014/main" id="{87014206-6BA6-4095-BEC3-4CA28332A420}"/>
              </a:ext>
            </a:extLst>
          </p:cNvPr>
          <p:cNvCxnSpPr>
            <a:cxnSpLocks noChangeShapeType="1"/>
            <a:stCxn id="71" idx="0"/>
            <a:endCxn id="23" idx="2"/>
          </p:cNvCxnSpPr>
          <p:nvPr/>
        </p:nvCxnSpPr>
        <p:spPr bwMode="auto">
          <a:xfrm flipH="1" flipV="1">
            <a:off x="6889555" y="4293189"/>
            <a:ext cx="73" cy="72096"/>
          </a:xfrm>
          <a:prstGeom prst="straightConnector1">
            <a:avLst/>
          </a:prstGeom>
          <a:noFill/>
          <a:ln w="8890">
            <a:solidFill>
              <a:schemeClr val="tx1"/>
            </a:solidFill>
            <a:round/>
            <a:headEnd type="none" w="med" len="med"/>
            <a:tailEnd/>
          </a:ln>
        </p:spPr>
      </p:cxnSp>
      <p:cxnSp>
        <p:nvCxnSpPr>
          <p:cNvPr id="73" name="AutoShape 114">
            <a:extLst>
              <a:ext uri="{FF2B5EF4-FFF2-40B4-BE49-F238E27FC236}">
                <a16:creationId xmlns:a16="http://schemas.microsoft.com/office/drawing/2014/main" id="{A1463BBB-553D-446B-B628-93FE08D268D8}"/>
              </a:ext>
            </a:extLst>
          </p:cNvPr>
          <p:cNvCxnSpPr>
            <a:cxnSpLocks noChangeShapeType="1"/>
            <a:stCxn id="70" idx="2"/>
            <a:endCxn id="71" idx="2"/>
          </p:cNvCxnSpPr>
          <p:nvPr/>
        </p:nvCxnSpPr>
        <p:spPr bwMode="auto">
          <a:xfrm>
            <a:off x="5629488" y="4437293"/>
            <a:ext cx="1188132" cy="0"/>
          </a:xfrm>
          <a:prstGeom prst="straightConnector1">
            <a:avLst/>
          </a:prstGeom>
          <a:noFill/>
          <a:ln w="8890">
            <a:solidFill>
              <a:schemeClr val="tx1"/>
            </a:solidFill>
            <a:round/>
            <a:headEnd type="none" w="med" len="med"/>
            <a:tailEnd/>
          </a:ln>
        </p:spPr>
      </p:cxnSp>
      <p:cxnSp>
        <p:nvCxnSpPr>
          <p:cNvPr id="74" name="AutoShape 114">
            <a:extLst>
              <a:ext uri="{FF2B5EF4-FFF2-40B4-BE49-F238E27FC236}">
                <a16:creationId xmlns:a16="http://schemas.microsoft.com/office/drawing/2014/main" id="{574D2935-7443-4BDB-B8F0-D13A32DE7ADB}"/>
              </a:ext>
            </a:extLst>
          </p:cNvPr>
          <p:cNvCxnSpPr>
            <a:cxnSpLocks noChangeShapeType="1"/>
            <a:endCxn id="70" idx="0"/>
          </p:cNvCxnSpPr>
          <p:nvPr/>
        </p:nvCxnSpPr>
        <p:spPr bwMode="auto">
          <a:xfrm flipV="1">
            <a:off x="5557480" y="4509301"/>
            <a:ext cx="0" cy="72008"/>
          </a:xfrm>
          <a:prstGeom prst="straightConnector1">
            <a:avLst/>
          </a:prstGeom>
          <a:noFill/>
          <a:ln w="8890">
            <a:solidFill>
              <a:schemeClr val="tx1"/>
            </a:solidFill>
            <a:round/>
            <a:headEnd type="triangle" w="med" len="med"/>
            <a:tailEnd/>
          </a:ln>
        </p:spPr>
      </p:cxnSp>
      <p:sp>
        <p:nvSpPr>
          <p:cNvPr id="75" name="Arc 74">
            <a:extLst>
              <a:ext uri="{FF2B5EF4-FFF2-40B4-BE49-F238E27FC236}">
                <a16:creationId xmlns:a16="http://schemas.microsoft.com/office/drawing/2014/main" id="{448A76BB-832C-42D0-85E6-9DFE45B30973}"/>
              </a:ext>
            </a:extLst>
          </p:cNvPr>
          <p:cNvSpPr/>
          <p:nvPr/>
        </p:nvSpPr>
        <p:spPr>
          <a:xfrm rot="10800000">
            <a:off x="2137099" y="292514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
        <p:nvSpPr>
          <p:cNvPr id="76" name="Arc 75">
            <a:extLst>
              <a:ext uri="{FF2B5EF4-FFF2-40B4-BE49-F238E27FC236}">
                <a16:creationId xmlns:a16="http://schemas.microsoft.com/office/drawing/2014/main" id="{9B7B10AB-CBEB-42C5-B6D2-D4F0D166F924}"/>
              </a:ext>
            </a:extLst>
          </p:cNvPr>
          <p:cNvSpPr/>
          <p:nvPr/>
        </p:nvSpPr>
        <p:spPr>
          <a:xfrm>
            <a:off x="4837400" y="306914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77" name="AutoShape 114">
            <a:extLst>
              <a:ext uri="{FF2B5EF4-FFF2-40B4-BE49-F238E27FC236}">
                <a16:creationId xmlns:a16="http://schemas.microsoft.com/office/drawing/2014/main" id="{42FB1FE2-131F-48AA-896F-CCCFB65AF4B1}"/>
              </a:ext>
            </a:extLst>
          </p:cNvPr>
          <p:cNvCxnSpPr>
            <a:cxnSpLocks noChangeShapeType="1"/>
            <a:endCxn id="76" idx="2"/>
          </p:cNvCxnSpPr>
          <p:nvPr/>
        </p:nvCxnSpPr>
        <p:spPr bwMode="auto">
          <a:xfrm flipH="1" flipV="1">
            <a:off x="4981416" y="3141149"/>
            <a:ext cx="15" cy="71992"/>
          </a:xfrm>
          <a:prstGeom prst="straightConnector1">
            <a:avLst/>
          </a:prstGeom>
          <a:noFill/>
          <a:ln w="8890">
            <a:solidFill>
              <a:schemeClr val="tx1"/>
            </a:solidFill>
            <a:round/>
            <a:headEnd type="triangle" w="med" len="med"/>
            <a:tailEnd/>
          </a:ln>
        </p:spPr>
      </p:cxnSp>
      <p:cxnSp>
        <p:nvCxnSpPr>
          <p:cNvPr id="78" name="AutoShape 66">
            <a:extLst>
              <a:ext uri="{FF2B5EF4-FFF2-40B4-BE49-F238E27FC236}">
                <a16:creationId xmlns:a16="http://schemas.microsoft.com/office/drawing/2014/main" id="{2F550E4E-3665-4845-AAD6-F4B176A1FD4B}"/>
              </a:ext>
            </a:extLst>
          </p:cNvPr>
          <p:cNvCxnSpPr>
            <a:cxnSpLocks noChangeShapeType="1"/>
            <a:stCxn id="76" idx="0"/>
            <a:endCxn id="75" idx="0"/>
          </p:cNvCxnSpPr>
          <p:nvPr/>
        </p:nvCxnSpPr>
        <p:spPr bwMode="auto">
          <a:xfrm flipH="1">
            <a:off x="2209107" y="3069141"/>
            <a:ext cx="2700301" cy="16"/>
          </a:xfrm>
          <a:prstGeom prst="straightConnector1">
            <a:avLst/>
          </a:prstGeom>
          <a:noFill/>
          <a:ln w="8890">
            <a:solidFill>
              <a:schemeClr val="tx1"/>
            </a:solidFill>
            <a:round/>
            <a:headEnd type="none" w="med" len="med"/>
            <a:tailEnd/>
          </a:ln>
        </p:spPr>
      </p:cxnSp>
      <p:cxnSp>
        <p:nvCxnSpPr>
          <p:cNvPr id="79" name="AutoShape 114">
            <a:extLst>
              <a:ext uri="{FF2B5EF4-FFF2-40B4-BE49-F238E27FC236}">
                <a16:creationId xmlns:a16="http://schemas.microsoft.com/office/drawing/2014/main" id="{55F90D76-CA6B-481E-AE99-E2DF0C7139DD}"/>
              </a:ext>
            </a:extLst>
          </p:cNvPr>
          <p:cNvCxnSpPr>
            <a:cxnSpLocks noChangeShapeType="1"/>
            <a:stCxn id="75" idx="2"/>
            <a:endCxn id="17" idx="2"/>
          </p:cNvCxnSpPr>
          <p:nvPr/>
        </p:nvCxnSpPr>
        <p:spPr bwMode="auto">
          <a:xfrm flipV="1">
            <a:off x="2137099" y="2925189"/>
            <a:ext cx="457" cy="71960"/>
          </a:xfrm>
          <a:prstGeom prst="straightConnector1">
            <a:avLst/>
          </a:prstGeom>
          <a:noFill/>
          <a:ln w="8890">
            <a:solidFill>
              <a:schemeClr val="tx1"/>
            </a:solidFill>
            <a:round/>
            <a:headEnd type="none" w="med" len="med"/>
            <a:tailEnd/>
          </a:ln>
        </p:spPr>
      </p:cxnSp>
      <p:sp>
        <p:nvSpPr>
          <p:cNvPr id="80" name="Arc 79">
            <a:extLst>
              <a:ext uri="{FF2B5EF4-FFF2-40B4-BE49-F238E27FC236}">
                <a16:creationId xmlns:a16="http://schemas.microsoft.com/office/drawing/2014/main" id="{B57BE55D-6949-4D11-B3A0-074A58F749B8}"/>
              </a:ext>
            </a:extLst>
          </p:cNvPr>
          <p:cNvSpPr/>
          <p:nvPr/>
        </p:nvSpPr>
        <p:spPr>
          <a:xfrm rot="10800000">
            <a:off x="8833844" y="2925125"/>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
        <p:nvSpPr>
          <p:cNvPr id="81" name="Arc 80">
            <a:extLst>
              <a:ext uri="{FF2B5EF4-FFF2-40B4-BE49-F238E27FC236}">
                <a16:creationId xmlns:a16="http://schemas.microsoft.com/office/drawing/2014/main" id="{22AEC1B0-2287-44EF-9196-AFB3FCB134C9}"/>
              </a:ext>
            </a:extLst>
          </p:cNvPr>
          <p:cNvSpPr/>
          <p:nvPr/>
        </p:nvSpPr>
        <p:spPr>
          <a:xfrm>
            <a:off x="9409908" y="306914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82" name="AutoShape 114">
            <a:extLst>
              <a:ext uri="{FF2B5EF4-FFF2-40B4-BE49-F238E27FC236}">
                <a16:creationId xmlns:a16="http://schemas.microsoft.com/office/drawing/2014/main" id="{05AD3579-13EC-4A9E-89E3-B8353F8BE8C5}"/>
              </a:ext>
            </a:extLst>
          </p:cNvPr>
          <p:cNvCxnSpPr>
            <a:cxnSpLocks noChangeShapeType="1"/>
            <a:stCxn id="81" idx="2"/>
          </p:cNvCxnSpPr>
          <p:nvPr/>
        </p:nvCxnSpPr>
        <p:spPr bwMode="auto">
          <a:xfrm>
            <a:off x="9553924" y="3141149"/>
            <a:ext cx="0" cy="144016"/>
          </a:xfrm>
          <a:prstGeom prst="straightConnector1">
            <a:avLst/>
          </a:prstGeom>
          <a:noFill/>
          <a:ln w="8890">
            <a:solidFill>
              <a:schemeClr val="tx1"/>
            </a:solidFill>
            <a:round/>
            <a:headEnd type="none" w="med" len="med"/>
            <a:tailEnd type="triangle"/>
          </a:ln>
        </p:spPr>
      </p:cxnSp>
      <p:cxnSp>
        <p:nvCxnSpPr>
          <p:cNvPr id="83" name="AutoShape 66">
            <a:extLst>
              <a:ext uri="{FF2B5EF4-FFF2-40B4-BE49-F238E27FC236}">
                <a16:creationId xmlns:a16="http://schemas.microsoft.com/office/drawing/2014/main" id="{12DFB7DB-9DC5-4A28-AF6E-32F59EDF3824}"/>
              </a:ext>
            </a:extLst>
          </p:cNvPr>
          <p:cNvCxnSpPr>
            <a:cxnSpLocks noChangeShapeType="1"/>
            <a:stCxn id="80" idx="0"/>
            <a:endCxn id="81" idx="0"/>
          </p:cNvCxnSpPr>
          <p:nvPr/>
        </p:nvCxnSpPr>
        <p:spPr bwMode="auto">
          <a:xfrm>
            <a:off x="8905852" y="3069141"/>
            <a:ext cx="576064" cy="0"/>
          </a:xfrm>
          <a:prstGeom prst="straightConnector1">
            <a:avLst/>
          </a:prstGeom>
          <a:noFill/>
          <a:ln w="8890">
            <a:solidFill>
              <a:schemeClr val="tx1"/>
            </a:solidFill>
            <a:round/>
            <a:headEnd type="none" w="med" len="med"/>
            <a:tailEnd/>
          </a:ln>
        </p:spPr>
      </p:cxnSp>
      <p:cxnSp>
        <p:nvCxnSpPr>
          <p:cNvPr id="84" name="AutoShape 114">
            <a:extLst>
              <a:ext uri="{FF2B5EF4-FFF2-40B4-BE49-F238E27FC236}">
                <a16:creationId xmlns:a16="http://schemas.microsoft.com/office/drawing/2014/main" id="{6662E717-EE38-4958-9939-D22AEC2820E9}"/>
              </a:ext>
            </a:extLst>
          </p:cNvPr>
          <p:cNvCxnSpPr>
            <a:cxnSpLocks noChangeShapeType="1"/>
            <a:endCxn id="80" idx="2"/>
          </p:cNvCxnSpPr>
          <p:nvPr/>
        </p:nvCxnSpPr>
        <p:spPr bwMode="auto">
          <a:xfrm>
            <a:off x="8833844" y="2925109"/>
            <a:ext cx="0" cy="72024"/>
          </a:xfrm>
          <a:prstGeom prst="straightConnector1">
            <a:avLst/>
          </a:prstGeom>
          <a:noFill/>
          <a:ln w="8890">
            <a:solidFill>
              <a:schemeClr val="tx1"/>
            </a:solidFill>
            <a:round/>
            <a:headEnd type="none" w="med" len="med"/>
            <a:tailEnd/>
          </a:ln>
        </p:spPr>
      </p:cxnSp>
      <p:cxnSp>
        <p:nvCxnSpPr>
          <p:cNvPr id="85" name="AutoShape 114">
            <a:extLst>
              <a:ext uri="{FF2B5EF4-FFF2-40B4-BE49-F238E27FC236}">
                <a16:creationId xmlns:a16="http://schemas.microsoft.com/office/drawing/2014/main" id="{7FB8F9CD-250E-4F03-A031-AF543D137FBA}"/>
              </a:ext>
            </a:extLst>
          </p:cNvPr>
          <p:cNvCxnSpPr>
            <a:cxnSpLocks noChangeShapeType="1"/>
          </p:cNvCxnSpPr>
          <p:nvPr/>
        </p:nvCxnSpPr>
        <p:spPr bwMode="auto">
          <a:xfrm flipH="1">
            <a:off x="9697940" y="4797333"/>
            <a:ext cx="1" cy="324036"/>
          </a:xfrm>
          <a:prstGeom prst="straightConnector1">
            <a:avLst/>
          </a:prstGeom>
          <a:noFill/>
          <a:ln w="8890">
            <a:solidFill>
              <a:schemeClr val="tx1"/>
            </a:solidFill>
            <a:round/>
            <a:headEnd type="none" w="med" len="med"/>
            <a:tailEnd/>
          </a:ln>
        </p:spPr>
      </p:cxnSp>
      <p:sp>
        <p:nvSpPr>
          <p:cNvPr id="86" name="Diamond 31">
            <a:extLst>
              <a:ext uri="{FF2B5EF4-FFF2-40B4-BE49-F238E27FC236}">
                <a16:creationId xmlns:a16="http://schemas.microsoft.com/office/drawing/2014/main" id="{3BD36573-2D29-4558-A3BC-91D2CBA628D2}"/>
              </a:ext>
            </a:extLst>
          </p:cNvPr>
          <p:cNvSpPr>
            <a:spLocks noChangeArrowheads="1"/>
          </p:cNvSpPr>
          <p:nvPr/>
        </p:nvSpPr>
        <p:spPr bwMode="auto">
          <a:xfrm>
            <a:off x="8545524" y="2349189"/>
            <a:ext cx="144016" cy="144016"/>
          </a:xfrm>
          <a:custGeom>
            <a:avLst/>
            <a:gdLst>
              <a:gd name="connsiteX0" fmla="*/ 0 w 720080"/>
              <a:gd name="connsiteY0" fmla="*/ 360040 h 720080"/>
              <a:gd name="connsiteX1" fmla="*/ 360040 w 720080"/>
              <a:gd name="connsiteY1" fmla="*/ 0 h 720080"/>
              <a:gd name="connsiteX2" fmla="*/ 720080 w 720080"/>
              <a:gd name="connsiteY2" fmla="*/ 360040 h 720080"/>
              <a:gd name="connsiteX3" fmla="*/ 360040 w 720080"/>
              <a:gd name="connsiteY3" fmla="*/ 720080 h 720080"/>
              <a:gd name="connsiteX4" fmla="*/ 0 w 720080"/>
              <a:gd name="connsiteY4" fmla="*/ 360040 h 720080"/>
              <a:gd name="connsiteX0" fmla="*/ 0 w 720080"/>
              <a:gd name="connsiteY0" fmla="*/ 360040 h 720080"/>
              <a:gd name="connsiteX1" fmla="*/ 182840 w 720080"/>
              <a:gd name="connsiteY1" fmla="*/ 179060 h 720080"/>
              <a:gd name="connsiteX2" fmla="*/ 360040 w 720080"/>
              <a:gd name="connsiteY2" fmla="*/ 0 h 720080"/>
              <a:gd name="connsiteX3" fmla="*/ 720080 w 720080"/>
              <a:gd name="connsiteY3" fmla="*/ 360040 h 720080"/>
              <a:gd name="connsiteX4" fmla="*/ 360040 w 720080"/>
              <a:gd name="connsiteY4" fmla="*/ 720080 h 720080"/>
              <a:gd name="connsiteX5" fmla="*/ 0 w 720080"/>
              <a:gd name="connsiteY5"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360040 w 720080"/>
              <a:gd name="connsiteY5" fmla="*/ 720080 h 720080"/>
              <a:gd name="connsiteX6" fmla="*/ 0 w 720080"/>
              <a:gd name="connsiteY6"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540980 w 720080"/>
              <a:gd name="connsiteY5" fmla="*/ 539740 h 720080"/>
              <a:gd name="connsiteX6" fmla="*/ 360040 w 720080"/>
              <a:gd name="connsiteY6" fmla="*/ 720080 h 720080"/>
              <a:gd name="connsiteX7" fmla="*/ 0 w 720080"/>
              <a:gd name="connsiteY7" fmla="*/ 360040 h 720080"/>
              <a:gd name="connsiteX0" fmla="*/ 0 w 720080"/>
              <a:gd name="connsiteY0" fmla="*/ 360040 h 720080"/>
              <a:gd name="connsiteX1" fmla="*/ 182840 w 720080"/>
              <a:gd name="connsiteY1" fmla="*/ 179060 h 720080"/>
              <a:gd name="connsiteX2" fmla="*/ 360040 w 720080"/>
              <a:gd name="connsiteY2" fmla="*/ 0 h 720080"/>
              <a:gd name="connsiteX3" fmla="*/ 535900 w 720080"/>
              <a:gd name="connsiteY3" fmla="*/ 179060 h 720080"/>
              <a:gd name="connsiteX4" fmla="*/ 720080 w 720080"/>
              <a:gd name="connsiteY4" fmla="*/ 360040 h 720080"/>
              <a:gd name="connsiteX5" fmla="*/ 540980 w 720080"/>
              <a:gd name="connsiteY5" fmla="*/ 539740 h 720080"/>
              <a:gd name="connsiteX6" fmla="*/ 360040 w 720080"/>
              <a:gd name="connsiteY6" fmla="*/ 720080 h 720080"/>
              <a:gd name="connsiteX7" fmla="*/ 177760 w 720080"/>
              <a:gd name="connsiteY7" fmla="*/ 539740 h 720080"/>
              <a:gd name="connsiteX8" fmla="*/ 0 w 720080"/>
              <a:gd name="connsiteY8" fmla="*/ 360040 h 72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80" h="720080">
                <a:moveTo>
                  <a:pt x="0" y="360040"/>
                </a:moveTo>
                <a:lnTo>
                  <a:pt x="182840" y="179060"/>
                </a:lnTo>
                <a:lnTo>
                  <a:pt x="360040" y="0"/>
                </a:lnTo>
                <a:lnTo>
                  <a:pt x="535900" y="179060"/>
                </a:lnTo>
                <a:lnTo>
                  <a:pt x="720080" y="360040"/>
                </a:lnTo>
                <a:lnTo>
                  <a:pt x="540980" y="539740"/>
                </a:lnTo>
                <a:lnTo>
                  <a:pt x="360040" y="720080"/>
                </a:lnTo>
                <a:lnTo>
                  <a:pt x="177760" y="539740"/>
                </a:lnTo>
                <a:lnTo>
                  <a:pt x="0" y="360040"/>
                </a:lnTo>
                <a:close/>
              </a:path>
            </a:pathLst>
          </a:custGeom>
          <a:solidFill>
            <a:schemeClr val="bg1"/>
          </a:solidFill>
          <a:ln w="17780" algn="ctr">
            <a:solidFill>
              <a:schemeClr val="tx1"/>
            </a:solidFill>
            <a:round/>
            <a:headEnd/>
            <a:tailEnd/>
          </a:ln>
        </p:spPr>
        <p:txBody>
          <a:bodyPr lIns="90000" tIns="46800" rIns="90000" bIns="46800" anchor="ctr"/>
          <a:lstStyle/>
          <a:p>
            <a:endParaRPr lang="en-US"/>
          </a:p>
        </p:txBody>
      </p:sp>
      <p:grpSp>
        <p:nvGrpSpPr>
          <p:cNvPr id="87" name="Group 86">
            <a:extLst>
              <a:ext uri="{FF2B5EF4-FFF2-40B4-BE49-F238E27FC236}">
                <a16:creationId xmlns:a16="http://schemas.microsoft.com/office/drawing/2014/main" id="{65CFE012-3188-4C6F-8264-AD18913130D3}"/>
              </a:ext>
            </a:extLst>
          </p:cNvPr>
          <p:cNvGrpSpPr/>
          <p:nvPr/>
        </p:nvGrpSpPr>
        <p:grpSpPr>
          <a:xfrm>
            <a:off x="4873524" y="6093189"/>
            <a:ext cx="288000" cy="360000"/>
            <a:chOff x="2844000" y="5949000"/>
            <a:chExt cx="288000" cy="360000"/>
          </a:xfrm>
        </p:grpSpPr>
        <p:cxnSp>
          <p:nvCxnSpPr>
            <p:cNvPr id="88" name="Straight Connector 87">
              <a:extLst>
                <a:ext uri="{FF2B5EF4-FFF2-40B4-BE49-F238E27FC236}">
                  <a16:creationId xmlns:a16="http://schemas.microsoft.com/office/drawing/2014/main" id="{752847E5-CE16-408D-877E-1E9F0C88E4E0}"/>
                </a:ext>
              </a:extLst>
            </p:cNvPr>
            <p:cNvCxnSpPr/>
            <p:nvPr/>
          </p:nvCxnSpPr>
          <p:spPr>
            <a:xfrm>
              <a:off x="2844000" y="6093000"/>
              <a:ext cx="288000" cy="0"/>
            </a:xfrm>
            <a:prstGeom prst="line">
              <a:avLst/>
            </a:prstGeom>
            <a:ln w="0">
              <a:noFill/>
            </a:ln>
          </p:spPr>
          <p:style>
            <a:lnRef idx="1">
              <a:schemeClr val="accent1"/>
            </a:lnRef>
            <a:fillRef idx="0">
              <a:schemeClr val="accent1"/>
            </a:fillRef>
            <a:effectRef idx="0">
              <a:schemeClr val="accent1"/>
            </a:effectRef>
            <a:fontRef idx="minor">
              <a:schemeClr val="tx1"/>
            </a:fontRef>
          </p:style>
        </p:cxnSp>
        <p:cxnSp>
          <p:nvCxnSpPr>
            <p:cNvPr id="89" name="AutoShape 114">
              <a:extLst>
                <a:ext uri="{FF2B5EF4-FFF2-40B4-BE49-F238E27FC236}">
                  <a16:creationId xmlns:a16="http://schemas.microsoft.com/office/drawing/2014/main" id="{401BEDE8-A592-443E-942A-FC37FDEDCBBE}"/>
                </a:ext>
              </a:extLst>
            </p:cNvPr>
            <p:cNvCxnSpPr>
              <a:cxnSpLocks noChangeShapeType="1"/>
            </p:cNvCxnSpPr>
            <p:nvPr/>
          </p:nvCxnSpPr>
          <p:spPr bwMode="auto">
            <a:xfrm flipV="1">
              <a:off x="2987207" y="5949000"/>
              <a:ext cx="1586" cy="144087"/>
            </a:xfrm>
            <a:prstGeom prst="straightConnector1">
              <a:avLst/>
            </a:prstGeom>
            <a:noFill/>
            <a:ln w="8890">
              <a:solidFill>
                <a:schemeClr val="tx1"/>
              </a:solidFill>
              <a:round/>
              <a:headEnd type="triangle" w="med" len="med"/>
              <a:tailEnd/>
            </a:ln>
          </p:spPr>
        </p:cxnSp>
        <p:sp>
          <p:nvSpPr>
            <p:cNvPr id="90" name="Oval 89">
              <a:extLst>
                <a:ext uri="{FF2B5EF4-FFF2-40B4-BE49-F238E27FC236}">
                  <a16:creationId xmlns:a16="http://schemas.microsoft.com/office/drawing/2014/main" id="{9B9FA4EB-79FB-4F41-B493-23EF7555FD0B}"/>
                </a:ext>
              </a:extLst>
            </p:cNvPr>
            <p:cNvSpPr/>
            <p:nvPr/>
          </p:nvSpPr>
          <p:spPr bwMode="gray">
            <a:xfrm>
              <a:off x="2880000" y="6093000"/>
              <a:ext cx="216000" cy="216000"/>
            </a:xfrm>
            <a:prstGeom prst="ellipse">
              <a:avLst/>
            </a:prstGeom>
            <a:solidFill>
              <a:schemeClr val="bg1"/>
            </a:solidFill>
            <a:ln w="17780" algn="ctr">
              <a:solidFill>
                <a:schemeClr val="tx1"/>
              </a:solidFill>
              <a:round/>
              <a:headEnd/>
              <a:tailEnd/>
            </a:ln>
          </p:spPr>
          <p:txBody>
            <a:bodyPr lIns="90000" tIns="46800" rIns="90000" bIns="46800" anchor="ctr"/>
            <a:lstStyle/>
            <a:p>
              <a:endParaRPr lang="de-DE" dirty="0"/>
            </a:p>
          </p:txBody>
        </p:sp>
        <p:sp>
          <p:nvSpPr>
            <p:cNvPr id="91" name="Oval 90">
              <a:extLst>
                <a:ext uri="{FF2B5EF4-FFF2-40B4-BE49-F238E27FC236}">
                  <a16:creationId xmlns:a16="http://schemas.microsoft.com/office/drawing/2014/main" id="{91F6BABD-69BC-4D1A-B068-009B953238E6}"/>
                </a:ext>
              </a:extLst>
            </p:cNvPr>
            <p:cNvSpPr/>
            <p:nvPr/>
          </p:nvSpPr>
          <p:spPr bwMode="gray">
            <a:xfrm>
              <a:off x="2934000" y="6147000"/>
              <a:ext cx="108000" cy="108000"/>
            </a:xfrm>
            <a:prstGeom prst="ellipse">
              <a:avLst/>
            </a:prstGeom>
            <a:solidFill>
              <a:schemeClr val="tx1"/>
            </a:solidFill>
            <a:ln w="17780" algn="ctr">
              <a:noFill/>
              <a:round/>
              <a:headEnd/>
              <a:tailEnd/>
            </a:ln>
          </p:spPr>
          <p:txBody>
            <a:bodyPr lIns="90000" tIns="46800" rIns="90000" bIns="46800" anchor="ctr"/>
            <a:lstStyle/>
            <a:p>
              <a:endParaRPr lang="de-DE" dirty="0"/>
            </a:p>
          </p:txBody>
        </p:sp>
      </p:grpSp>
      <p:grpSp>
        <p:nvGrpSpPr>
          <p:cNvPr id="92" name="Group 91">
            <a:extLst>
              <a:ext uri="{FF2B5EF4-FFF2-40B4-BE49-F238E27FC236}">
                <a16:creationId xmlns:a16="http://schemas.microsoft.com/office/drawing/2014/main" id="{9BEB5570-8397-44A2-8D56-A740FC8D5904}"/>
              </a:ext>
            </a:extLst>
          </p:cNvPr>
          <p:cNvGrpSpPr/>
          <p:nvPr/>
        </p:nvGrpSpPr>
        <p:grpSpPr>
          <a:xfrm>
            <a:off x="9409524" y="1413189"/>
            <a:ext cx="288000" cy="360000"/>
            <a:chOff x="2844000" y="5949000"/>
            <a:chExt cx="288000" cy="360000"/>
          </a:xfrm>
        </p:grpSpPr>
        <p:cxnSp>
          <p:nvCxnSpPr>
            <p:cNvPr id="93" name="Straight Connector 92">
              <a:extLst>
                <a:ext uri="{FF2B5EF4-FFF2-40B4-BE49-F238E27FC236}">
                  <a16:creationId xmlns:a16="http://schemas.microsoft.com/office/drawing/2014/main" id="{C439211E-21BB-48EB-9CFB-28A5C352C842}"/>
                </a:ext>
              </a:extLst>
            </p:cNvPr>
            <p:cNvCxnSpPr/>
            <p:nvPr/>
          </p:nvCxnSpPr>
          <p:spPr>
            <a:xfrm>
              <a:off x="2844000" y="6093000"/>
              <a:ext cx="288000" cy="0"/>
            </a:xfrm>
            <a:prstGeom prst="line">
              <a:avLst/>
            </a:prstGeom>
            <a:ln w="0">
              <a:noFill/>
            </a:ln>
          </p:spPr>
          <p:style>
            <a:lnRef idx="1">
              <a:schemeClr val="accent1"/>
            </a:lnRef>
            <a:fillRef idx="0">
              <a:schemeClr val="accent1"/>
            </a:fillRef>
            <a:effectRef idx="0">
              <a:schemeClr val="accent1"/>
            </a:effectRef>
            <a:fontRef idx="minor">
              <a:schemeClr val="tx1"/>
            </a:fontRef>
          </p:style>
        </p:cxnSp>
        <p:cxnSp>
          <p:nvCxnSpPr>
            <p:cNvPr id="94" name="AutoShape 114">
              <a:extLst>
                <a:ext uri="{FF2B5EF4-FFF2-40B4-BE49-F238E27FC236}">
                  <a16:creationId xmlns:a16="http://schemas.microsoft.com/office/drawing/2014/main" id="{D1B994AB-3ABF-4EAE-9A4A-A21CB7481A39}"/>
                </a:ext>
              </a:extLst>
            </p:cNvPr>
            <p:cNvCxnSpPr>
              <a:cxnSpLocks noChangeShapeType="1"/>
            </p:cNvCxnSpPr>
            <p:nvPr/>
          </p:nvCxnSpPr>
          <p:spPr bwMode="auto">
            <a:xfrm flipV="1">
              <a:off x="2987207" y="5949000"/>
              <a:ext cx="1586" cy="144087"/>
            </a:xfrm>
            <a:prstGeom prst="straightConnector1">
              <a:avLst/>
            </a:prstGeom>
            <a:noFill/>
            <a:ln w="8890">
              <a:solidFill>
                <a:schemeClr val="tx1"/>
              </a:solidFill>
              <a:round/>
              <a:headEnd type="triangle" w="med" len="med"/>
              <a:tailEnd/>
            </a:ln>
          </p:spPr>
        </p:cxnSp>
        <p:sp>
          <p:nvSpPr>
            <p:cNvPr id="95" name="Oval 94">
              <a:extLst>
                <a:ext uri="{FF2B5EF4-FFF2-40B4-BE49-F238E27FC236}">
                  <a16:creationId xmlns:a16="http://schemas.microsoft.com/office/drawing/2014/main" id="{C9104CEE-E82F-413C-80CF-1D4CF5993E69}"/>
                </a:ext>
              </a:extLst>
            </p:cNvPr>
            <p:cNvSpPr/>
            <p:nvPr/>
          </p:nvSpPr>
          <p:spPr bwMode="gray">
            <a:xfrm>
              <a:off x="2880000" y="6093000"/>
              <a:ext cx="216000" cy="216000"/>
            </a:xfrm>
            <a:prstGeom prst="ellipse">
              <a:avLst/>
            </a:prstGeom>
            <a:solidFill>
              <a:schemeClr val="bg1"/>
            </a:solidFill>
            <a:ln w="17780" algn="ctr">
              <a:solidFill>
                <a:schemeClr val="tx1"/>
              </a:solidFill>
              <a:round/>
              <a:headEnd/>
              <a:tailEnd/>
            </a:ln>
          </p:spPr>
          <p:txBody>
            <a:bodyPr lIns="90000" tIns="46800" rIns="90000" bIns="46800" anchor="ctr"/>
            <a:lstStyle/>
            <a:p>
              <a:endParaRPr lang="de-DE" dirty="0"/>
            </a:p>
          </p:txBody>
        </p:sp>
        <p:sp>
          <p:nvSpPr>
            <p:cNvPr id="96" name="Oval 95">
              <a:extLst>
                <a:ext uri="{FF2B5EF4-FFF2-40B4-BE49-F238E27FC236}">
                  <a16:creationId xmlns:a16="http://schemas.microsoft.com/office/drawing/2014/main" id="{D066BF81-7F08-476B-8F7C-458A9D450064}"/>
                </a:ext>
              </a:extLst>
            </p:cNvPr>
            <p:cNvSpPr/>
            <p:nvPr/>
          </p:nvSpPr>
          <p:spPr bwMode="gray">
            <a:xfrm>
              <a:off x="2934000" y="6147000"/>
              <a:ext cx="108000" cy="108000"/>
            </a:xfrm>
            <a:prstGeom prst="ellipse">
              <a:avLst/>
            </a:prstGeom>
            <a:solidFill>
              <a:schemeClr val="tx1"/>
            </a:solidFill>
            <a:ln w="17780" algn="ctr">
              <a:noFill/>
              <a:round/>
              <a:headEnd/>
              <a:tailEnd/>
            </a:ln>
          </p:spPr>
          <p:txBody>
            <a:bodyPr lIns="90000" tIns="46800" rIns="90000" bIns="46800" anchor="ctr"/>
            <a:lstStyle/>
            <a:p>
              <a:endParaRPr lang="de-DE" dirty="0"/>
            </a:p>
          </p:txBody>
        </p:sp>
      </p:grpSp>
      <p:cxnSp>
        <p:nvCxnSpPr>
          <p:cNvPr id="97" name="AutoShape 113">
            <a:extLst>
              <a:ext uri="{FF2B5EF4-FFF2-40B4-BE49-F238E27FC236}">
                <a16:creationId xmlns:a16="http://schemas.microsoft.com/office/drawing/2014/main" id="{1A2040BB-CADA-46AF-9E26-137917066409}"/>
              </a:ext>
            </a:extLst>
          </p:cNvPr>
          <p:cNvCxnSpPr>
            <a:cxnSpLocks noChangeShapeType="1"/>
          </p:cNvCxnSpPr>
          <p:nvPr/>
        </p:nvCxnSpPr>
        <p:spPr bwMode="auto">
          <a:xfrm flipV="1">
            <a:off x="8359512" y="4780278"/>
            <a:ext cx="1588" cy="323850"/>
          </a:xfrm>
          <a:prstGeom prst="straightConnector1">
            <a:avLst/>
          </a:prstGeom>
          <a:noFill/>
          <a:ln w="8890">
            <a:solidFill>
              <a:schemeClr val="tx1"/>
            </a:solidFill>
            <a:round/>
            <a:headEnd/>
            <a:tailEnd type="triangle" w="med" len="med"/>
          </a:ln>
        </p:spPr>
      </p:cxnSp>
      <p:cxnSp>
        <p:nvCxnSpPr>
          <p:cNvPr id="98" name="AutoShape 114">
            <a:extLst>
              <a:ext uri="{FF2B5EF4-FFF2-40B4-BE49-F238E27FC236}">
                <a16:creationId xmlns:a16="http://schemas.microsoft.com/office/drawing/2014/main" id="{5C167901-FFAF-4F72-B172-45DA1B95BBFE}"/>
              </a:ext>
            </a:extLst>
          </p:cNvPr>
          <p:cNvCxnSpPr>
            <a:cxnSpLocks noChangeShapeType="1"/>
          </p:cNvCxnSpPr>
          <p:nvPr/>
        </p:nvCxnSpPr>
        <p:spPr bwMode="auto">
          <a:xfrm>
            <a:off x="8650430" y="4806367"/>
            <a:ext cx="0" cy="360040"/>
          </a:xfrm>
          <a:prstGeom prst="straightConnector1">
            <a:avLst/>
          </a:prstGeom>
          <a:noFill/>
          <a:ln w="8890">
            <a:solidFill>
              <a:schemeClr val="tx1"/>
            </a:solidFill>
            <a:round/>
            <a:headEnd type="none" w="med" len="med"/>
            <a:tailEnd type="triangle"/>
          </a:ln>
        </p:spPr>
      </p:cxnSp>
      <p:cxnSp>
        <p:nvCxnSpPr>
          <p:cNvPr id="99" name="AutoShape 115">
            <a:extLst>
              <a:ext uri="{FF2B5EF4-FFF2-40B4-BE49-F238E27FC236}">
                <a16:creationId xmlns:a16="http://schemas.microsoft.com/office/drawing/2014/main" id="{9F3CCDE8-B77A-4969-A32F-6B9AD0E211DE}"/>
              </a:ext>
            </a:extLst>
          </p:cNvPr>
          <p:cNvCxnSpPr>
            <a:cxnSpLocks noChangeShapeType="1"/>
          </p:cNvCxnSpPr>
          <p:nvPr/>
        </p:nvCxnSpPr>
        <p:spPr bwMode="auto">
          <a:xfrm>
            <a:off x="9082478" y="4806367"/>
            <a:ext cx="288925" cy="0"/>
          </a:xfrm>
          <a:prstGeom prst="straightConnector1">
            <a:avLst/>
          </a:prstGeom>
          <a:noFill/>
          <a:ln w="8890">
            <a:solidFill>
              <a:schemeClr val="tx1"/>
            </a:solidFill>
            <a:round/>
            <a:headEnd/>
            <a:tailEnd type="triangle" w="med" len="med"/>
          </a:ln>
        </p:spPr>
      </p:cxnSp>
      <p:cxnSp>
        <p:nvCxnSpPr>
          <p:cNvPr id="100" name="AutoShape 116">
            <a:extLst>
              <a:ext uri="{FF2B5EF4-FFF2-40B4-BE49-F238E27FC236}">
                <a16:creationId xmlns:a16="http://schemas.microsoft.com/office/drawing/2014/main" id="{854FE942-8D05-4271-96D5-DE378253421F}"/>
              </a:ext>
            </a:extLst>
          </p:cNvPr>
          <p:cNvCxnSpPr>
            <a:cxnSpLocks noChangeShapeType="1"/>
          </p:cNvCxnSpPr>
          <p:nvPr/>
        </p:nvCxnSpPr>
        <p:spPr bwMode="auto">
          <a:xfrm flipH="1">
            <a:off x="9049868" y="5085365"/>
            <a:ext cx="288032" cy="1"/>
          </a:xfrm>
          <a:prstGeom prst="straightConnector1">
            <a:avLst/>
          </a:prstGeom>
          <a:noFill/>
          <a:ln w="8890">
            <a:solidFill>
              <a:schemeClr val="tx1"/>
            </a:solidFill>
            <a:round/>
            <a:headEnd type="none" w="med" len="med"/>
            <a:tailEnd type="triangle"/>
          </a:ln>
        </p:spPr>
      </p:cxnSp>
      <p:cxnSp>
        <p:nvCxnSpPr>
          <p:cNvPr id="101" name="AutoShape 66">
            <a:extLst>
              <a:ext uri="{FF2B5EF4-FFF2-40B4-BE49-F238E27FC236}">
                <a16:creationId xmlns:a16="http://schemas.microsoft.com/office/drawing/2014/main" id="{F61BB58C-E294-46F0-BF77-1F7FB453EC6E}"/>
              </a:ext>
            </a:extLst>
          </p:cNvPr>
          <p:cNvCxnSpPr>
            <a:cxnSpLocks noChangeShapeType="1"/>
            <a:stCxn id="103" idx="2"/>
            <a:endCxn id="104" idx="2"/>
          </p:cNvCxnSpPr>
          <p:nvPr/>
        </p:nvCxnSpPr>
        <p:spPr bwMode="auto">
          <a:xfrm flipH="1">
            <a:off x="7825732" y="3069141"/>
            <a:ext cx="576064" cy="0"/>
          </a:xfrm>
          <a:prstGeom prst="straightConnector1">
            <a:avLst/>
          </a:prstGeom>
          <a:noFill/>
          <a:ln w="8890">
            <a:solidFill>
              <a:schemeClr val="tx1"/>
            </a:solidFill>
            <a:round/>
            <a:headEnd type="none" w="med" len="med"/>
            <a:tailEnd type="none"/>
          </a:ln>
        </p:spPr>
      </p:cxnSp>
      <p:cxnSp>
        <p:nvCxnSpPr>
          <p:cNvPr id="102" name="AutoShape 114">
            <a:extLst>
              <a:ext uri="{FF2B5EF4-FFF2-40B4-BE49-F238E27FC236}">
                <a16:creationId xmlns:a16="http://schemas.microsoft.com/office/drawing/2014/main" id="{90E275F0-C602-403C-BBFE-C3869242BEDB}"/>
              </a:ext>
            </a:extLst>
          </p:cNvPr>
          <p:cNvCxnSpPr>
            <a:cxnSpLocks noChangeShapeType="1"/>
          </p:cNvCxnSpPr>
          <p:nvPr/>
        </p:nvCxnSpPr>
        <p:spPr bwMode="auto">
          <a:xfrm>
            <a:off x="8473804" y="2925125"/>
            <a:ext cx="0" cy="72024"/>
          </a:xfrm>
          <a:prstGeom prst="straightConnector1">
            <a:avLst/>
          </a:prstGeom>
          <a:noFill/>
          <a:ln w="8890">
            <a:solidFill>
              <a:schemeClr val="tx1"/>
            </a:solidFill>
            <a:round/>
            <a:headEnd type="none" w="med" len="med"/>
            <a:tailEnd/>
          </a:ln>
        </p:spPr>
      </p:cxnSp>
      <p:sp>
        <p:nvSpPr>
          <p:cNvPr id="103" name="Arc 102">
            <a:extLst>
              <a:ext uri="{FF2B5EF4-FFF2-40B4-BE49-F238E27FC236}">
                <a16:creationId xmlns:a16="http://schemas.microsoft.com/office/drawing/2014/main" id="{D99EC608-E107-4CBE-A82C-15E7461D2BF8}"/>
              </a:ext>
            </a:extLst>
          </p:cNvPr>
          <p:cNvSpPr/>
          <p:nvPr/>
        </p:nvSpPr>
        <p:spPr>
          <a:xfrm rot="5400000">
            <a:off x="8329788" y="2925125"/>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04" name="Arc 103">
            <a:extLst>
              <a:ext uri="{FF2B5EF4-FFF2-40B4-BE49-F238E27FC236}">
                <a16:creationId xmlns:a16="http://schemas.microsoft.com/office/drawing/2014/main" id="{24079CA6-7556-4494-9212-BA80315771BA}"/>
              </a:ext>
            </a:extLst>
          </p:cNvPr>
          <p:cNvSpPr/>
          <p:nvPr/>
        </p:nvSpPr>
        <p:spPr>
          <a:xfrm rot="16200000">
            <a:off x="7753724" y="306914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05" name="AutoShape 114">
            <a:extLst>
              <a:ext uri="{FF2B5EF4-FFF2-40B4-BE49-F238E27FC236}">
                <a16:creationId xmlns:a16="http://schemas.microsoft.com/office/drawing/2014/main" id="{1761967E-6824-40A4-84CA-35ACDE4A2558}"/>
              </a:ext>
            </a:extLst>
          </p:cNvPr>
          <p:cNvCxnSpPr>
            <a:cxnSpLocks noChangeShapeType="1"/>
          </p:cNvCxnSpPr>
          <p:nvPr/>
        </p:nvCxnSpPr>
        <p:spPr bwMode="auto">
          <a:xfrm>
            <a:off x="7753724" y="3141149"/>
            <a:ext cx="0" cy="144016"/>
          </a:xfrm>
          <a:prstGeom prst="straightConnector1">
            <a:avLst/>
          </a:prstGeom>
          <a:noFill/>
          <a:ln w="8890">
            <a:solidFill>
              <a:schemeClr val="tx1"/>
            </a:solidFill>
            <a:round/>
            <a:headEnd type="none" w="med" len="med"/>
            <a:tailEnd type="triangle"/>
          </a:ln>
        </p:spPr>
      </p:cxnSp>
      <p:cxnSp>
        <p:nvCxnSpPr>
          <p:cNvPr id="106" name="AutoShape 34">
            <a:extLst>
              <a:ext uri="{FF2B5EF4-FFF2-40B4-BE49-F238E27FC236}">
                <a16:creationId xmlns:a16="http://schemas.microsoft.com/office/drawing/2014/main" id="{FDE968DC-439E-4E7F-8507-19695CD0639A}"/>
              </a:ext>
            </a:extLst>
          </p:cNvPr>
          <p:cNvCxnSpPr>
            <a:cxnSpLocks noChangeShapeType="1"/>
            <a:stCxn id="111" idx="0"/>
          </p:cNvCxnSpPr>
          <p:nvPr/>
        </p:nvCxnSpPr>
        <p:spPr bwMode="auto">
          <a:xfrm flipH="1">
            <a:off x="8257780" y="5589420"/>
            <a:ext cx="360056" cy="0"/>
          </a:xfrm>
          <a:prstGeom prst="straightConnector1">
            <a:avLst/>
          </a:prstGeom>
          <a:noFill/>
          <a:ln w="8890">
            <a:solidFill>
              <a:schemeClr val="tx1"/>
            </a:solidFill>
            <a:round/>
            <a:headEnd type="none" w="med" len="med"/>
            <a:tailEnd type="triangle"/>
          </a:ln>
        </p:spPr>
      </p:cxnSp>
      <p:cxnSp>
        <p:nvCxnSpPr>
          <p:cNvPr id="107" name="AutoShape 35">
            <a:extLst>
              <a:ext uri="{FF2B5EF4-FFF2-40B4-BE49-F238E27FC236}">
                <a16:creationId xmlns:a16="http://schemas.microsoft.com/office/drawing/2014/main" id="{5924415C-C606-411B-BF4C-4BF9B91D5BA2}"/>
              </a:ext>
            </a:extLst>
          </p:cNvPr>
          <p:cNvCxnSpPr>
            <a:cxnSpLocks noChangeShapeType="1"/>
            <a:stCxn id="111" idx="2"/>
          </p:cNvCxnSpPr>
          <p:nvPr/>
        </p:nvCxnSpPr>
        <p:spPr bwMode="auto">
          <a:xfrm flipH="1">
            <a:off x="8689828" y="5661428"/>
            <a:ext cx="16" cy="288032"/>
          </a:xfrm>
          <a:prstGeom prst="straightConnector1">
            <a:avLst/>
          </a:prstGeom>
          <a:noFill/>
          <a:ln w="8890">
            <a:solidFill>
              <a:schemeClr val="tx1"/>
            </a:solidFill>
            <a:round/>
            <a:headEnd/>
            <a:tailEnd/>
          </a:ln>
        </p:spPr>
      </p:cxnSp>
      <p:cxnSp>
        <p:nvCxnSpPr>
          <p:cNvPr id="108" name="AutoShape 65">
            <a:extLst>
              <a:ext uri="{FF2B5EF4-FFF2-40B4-BE49-F238E27FC236}">
                <a16:creationId xmlns:a16="http://schemas.microsoft.com/office/drawing/2014/main" id="{DD96EB76-1852-4A0F-95B6-195CCB3F72ED}"/>
              </a:ext>
            </a:extLst>
          </p:cNvPr>
          <p:cNvCxnSpPr>
            <a:cxnSpLocks noChangeShapeType="1"/>
            <a:endCxn id="110" idx="0"/>
          </p:cNvCxnSpPr>
          <p:nvPr/>
        </p:nvCxnSpPr>
        <p:spPr bwMode="auto">
          <a:xfrm flipV="1">
            <a:off x="9049869" y="5661428"/>
            <a:ext cx="0" cy="288032"/>
          </a:xfrm>
          <a:prstGeom prst="straightConnector1">
            <a:avLst/>
          </a:prstGeom>
          <a:noFill/>
          <a:ln w="8890">
            <a:solidFill>
              <a:schemeClr val="tx1"/>
            </a:solidFill>
            <a:round/>
            <a:headEnd/>
            <a:tailEnd/>
          </a:ln>
        </p:spPr>
      </p:cxnSp>
      <p:cxnSp>
        <p:nvCxnSpPr>
          <p:cNvPr id="109" name="AutoShape 66">
            <a:extLst>
              <a:ext uri="{FF2B5EF4-FFF2-40B4-BE49-F238E27FC236}">
                <a16:creationId xmlns:a16="http://schemas.microsoft.com/office/drawing/2014/main" id="{A936B0B2-45E9-4C7C-86FB-9F19B916B86B}"/>
              </a:ext>
            </a:extLst>
          </p:cNvPr>
          <p:cNvCxnSpPr>
            <a:cxnSpLocks noChangeShapeType="1"/>
            <a:stCxn id="110" idx="2"/>
          </p:cNvCxnSpPr>
          <p:nvPr/>
        </p:nvCxnSpPr>
        <p:spPr bwMode="auto">
          <a:xfrm>
            <a:off x="9121877" y="5589420"/>
            <a:ext cx="360040" cy="0"/>
          </a:xfrm>
          <a:prstGeom prst="straightConnector1">
            <a:avLst/>
          </a:prstGeom>
          <a:noFill/>
          <a:ln w="8890">
            <a:solidFill>
              <a:schemeClr val="tx1"/>
            </a:solidFill>
            <a:round/>
            <a:headEnd type="none" w="med" len="med"/>
            <a:tailEnd type="triangle"/>
          </a:ln>
        </p:spPr>
      </p:cxnSp>
      <p:sp>
        <p:nvSpPr>
          <p:cNvPr id="110" name="Arc 109">
            <a:extLst>
              <a:ext uri="{FF2B5EF4-FFF2-40B4-BE49-F238E27FC236}">
                <a16:creationId xmlns:a16="http://schemas.microsoft.com/office/drawing/2014/main" id="{1967F129-ED10-4447-A106-05F5340D568A}"/>
              </a:ext>
            </a:extLst>
          </p:cNvPr>
          <p:cNvSpPr/>
          <p:nvPr/>
        </p:nvSpPr>
        <p:spPr>
          <a:xfrm rot="16200000">
            <a:off x="9049869" y="558942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11" name="Arc 110">
            <a:extLst>
              <a:ext uri="{FF2B5EF4-FFF2-40B4-BE49-F238E27FC236}">
                <a16:creationId xmlns:a16="http://schemas.microsoft.com/office/drawing/2014/main" id="{89B00F03-1BD7-45A1-A38A-72F4901A312E}"/>
              </a:ext>
            </a:extLst>
          </p:cNvPr>
          <p:cNvSpPr/>
          <p:nvPr/>
        </p:nvSpPr>
        <p:spPr>
          <a:xfrm>
            <a:off x="8545828" y="558942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12" name="AutoShape 46">
            <a:extLst>
              <a:ext uri="{FF2B5EF4-FFF2-40B4-BE49-F238E27FC236}">
                <a16:creationId xmlns:a16="http://schemas.microsoft.com/office/drawing/2014/main" id="{A4A12FA5-7190-4BA3-8C4B-B1C4529B45F4}"/>
              </a:ext>
            </a:extLst>
          </p:cNvPr>
          <p:cNvCxnSpPr>
            <a:cxnSpLocks noChangeShapeType="1"/>
          </p:cNvCxnSpPr>
          <p:nvPr/>
        </p:nvCxnSpPr>
        <p:spPr bwMode="auto">
          <a:xfrm flipH="1">
            <a:off x="9121878" y="6453516"/>
            <a:ext cx="360039" cy="0"/>
          </a:xfrm>
          <a:prstGeom prst="straightConnector1">
            <a:avLst/>
          </a:prstGeom>
          <a:noFill/>
          <a:ln w="8890">
            <a:solidFill>
              <a:schemeClr val="tx1"/>
            </a:solidFill>
            <a:round/>
            <a:headEnd type="none" w="med" len="med"/>
            <a:tailEnd/>
          </a:ln>
        </p:spPr>
      </p:cxnSp>
      <p:cxnSp>
        <p:nvCxnSpPr>
          <p:cNvPr id="113" name="AutoShape 47">
            <a:extLst>
              <a:ext uri="{FF2B5EF4-FFF2-40B4-BE49-F238E27FC236}">
                <a16:creationId xmlns:a16="http://schemas.microsoft.com/office/drawing/2014/main" id="{3D31A664-4A63-431D-AD5E-48EC92B58D15}"/>
              </a:ext>
            </a:extLst>
          </p:cNvPr>
          <p:cNvCxnSpPr>
            <a:cxnSpLocks noChangeShapeType="1"/>
            <a:stCxn id="114" idx="2"/>
          </p:cNvCxnSpPr>
          <p:nvPr/>
        </p:nvCxnSpPr>
        <p:spPr bwMode="auto">
          <a:xfrm flipV="1">
            <a:off x="9049869" y="6093476"/>
            <a:ext cx="0" cy="288032"/>
          </a:xfrm>
          <a:prstGeom prst="straightConnector1">
            <a:avLst/>
          </a:prstGeom>
          <a:noFill/>
          <a:ln w="8890">
            <a:solidFill>
              <a:schemeClr val="tx1"/>
            </a:solidFill>
            <a:round/>
            <a:headEnd/>
            <a:tailEnd type="triangle"/>
          </a:ln>
        </p:spPr>
      </p:cxnSp>
      <p:sp>
        <p:nvSpPr>
          <p:cNvPr id="114" name="Arc 113">
            <a:extLst>
              <a:ext uri="{FF2B5EF4-FFF2-40B4-BE49-F238E27FC236}">
                <a16:creationId xmlns:a16="http://schemas.microsoft.com/office/drawing/2014/main" id="{D94C234B-F597-4B3B-87E8-75CAA2809A38}"/>
              </a:ext>
            </a:extLst>
          </p:cNvPr>
          <p:cNvSpPr/>
          <p:nvPr/>
        </p:nvSpPr>
        <p:spPr>
          <a:xfrm rot="10800000">
            <a:off x="9049869" y="630950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cxnSp>
        <p:nvCxnSpPr>
          <p:cNvPr id="115" name="AutoShape 47">
            <a:extLst>
              <a:ext uri="{FF2B5EF4-FFF2-40B4-BE49-F238E27FC236}">
                <a16:creationId xmlns:a16="http://schemas.microsoft.com/office/drawing/2014/main" id="{19BD2D75-9FF7-4CDD-8510-BEEE894B3313}"/>
              </a:ext>
            </a:extLst>
          </p:cNvPr>
          <p:cNvCxnSpPr>
            <a:cxnSpLocks noChangeShapeType="1"/>
            <a:endCxn id="116" idx="0"/>
          </p:cNvCxnSpPr>
          <p:nvPr/>
        </p:nvCxnSpPr>
        <p:spPr bwMode="auto">
          <a:xfrm>
            <a:off x="10057981" y="6093476"/>
            <a:ext cx="0" cy="288032"/>
          </a:xfrm>
          <a:prstGeom prst="straightConnector1">
            <a:avLst/>
          </a:prstGeom>
          <a:noFill/>
          <a:ln w="8890">
            <a:solidFill>
              <a:schemeClr val="tx1"/>
            </a:solidFill>
            <a:round/>
            <a:headEnd/>
            <a:tailEnd type="none"/>
          </a:ln>
        </p:spPr>
      </p:cxnSp>
      <p:sp>
        <p:nvSpPr>
          <p:cNvPr id="116" name="Arc 115">
            <a:extLst>
              <a:ext uri="{FF2B5EF4-FFF2-40B4-BE49-F238E27FC236}">
                <a16:creationId xmlns:a16="http://schemas.microsoft.com/office/drawing/2014/main" id="{78F2E5BD-5B50-4A24-8E7B-A7B64296BA55}"/>
              </a:ext>
            </a:extLst>
          </p:cNvPr>
          <p:cNvSpPr/>
          <p:nvPr/>
        </p:nvSpPr>
        <p:spPr>
          <a:xfrm rot="5400000">
            <a:off x="9913965" y="630950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17" name="AutoShape 116">
            <a:extLst>
              <a:ext uri="{FF2B5EF4-FFF2-40B4-BE49-F238E27FC236}">
                <a16:creationId xmlns:a16="http://schemas.microsoft.com/office/drawing/2014/main" id="{2D420C1F-6C31-4808-A1E1-2208CA23C678}"/>
              </a:ext>
            </a:extLst>
          </p:cNvPr>
          <p:cNvCxnSpPr>
            <a:cxnSpLocks noChangeShapeType="1"/>
            <a:stCxn id="116" idx="2"/>
          </p:cNvCxnSpPr>
          <p:nvPr/>
        </p:nvCxnSpPr>
        <p:spPr bwMode="auto">
          <a:xfrm flipH="1">
            <a:off x="9697941" y="6453516"/>
            <a:ext cx="288032" cy="0"/>
          </a:xfrm>
          <a:prstGeom prst="straightConnector1">
            <a:avLst/>
          </a:prstGeom>
          <a:noFill/>
          <a:ln w="8890">
            <a:solidFill>
              <a:schemeClr val="tx1"/>
            </a:solidFill>
            <a:round/>
            <a:headEnd type="none" w="med" len="med"/>
            <a:tailEnd type="triangle"/>
          </a:ln>
        </p:spPr>
      </p:cxnSp>
      <p:cxnSp>
        <p:nvCxnSpPr>
          <p:cNvPr id="118" name="AutoShape 65">
            <a:extLst>
              <a:ext uri="{FF2B5EF4-FFF2-40B4-BE49-F238E27FC236}">
                <a16:creationId xmlns:a16="http://schemas.microsoft.com/office/drawing/2014/main" id="{46E647F7-F004-4BAB-B632-CDE7C7C2128F}"/>
              </a:ext>
            </a:extLst>
          </p:cNvPr>
          <p:cNvCxnSpPr>
            <a:cxnSpLocks noChangeShapeType="1"/>
            <a:stCxn id="120" idx="0"/>
          </p:cNvCxnSpPr>
          <p:nvPr/>
        </p:nvCxnSpPr>
        <p:spPr bwMode="auto">
          <a:xfrm>
            <a:off x="7681716" y="5661428"/>
            <a:ext cx="0" cy="288032"/>
          </a:xfrm>
          <a:prstGeom prst="straightConnector1">
            <a:avLst/>
          </a:prstGeom>
          <a:noFill/>
          <a:ln w="8890">
            <a:solidFill>
              <a:schemeClr val="tx1"/>
            </a:solidFill>
            <a:round/>
            <a:headEnd/>
            <a:tailEnd type="triangle"/>
          </a:ln>
        </p:spPr>
      </p:cxnSp>
      <p:cxnSp>
        <p:nvCxnSpPr>
          <p:cNvPr id="119" name="AutoShape 66">
            <a:extLst>
              <a:ext uri="{FF2B5EF4-FFF2-40B4-BE49-F238E27FC236}">
                <a16:creationId xmlns:a16="http://schemas.microsoft.com/office/drawing/2014/main" id="{71307DBA-6B39-4928-9909-B9942A8C7961}"/>
              </a:ext>
            </a:extLst>
          </p:cNvPr>
          <p:cNvCxnSpPr>
            <a:cxnSpLocks noChangeShapeType="1"/>
            <a:endCxn id="120" idx="2"/>
          </p:cNvCxnSpPr>
          <p:nvPr/>
        </p:nvCxnSpPr>
        <p:spPr bwMode="auto">
          <a:xfrm flipH="1">
            <a:off x="7753724" y="5589420"/>
            <a:ext cx="360040" cy="0"/>
          </a:xfrm>
          <a:prstGeom prst="straightConnector1">
            <a:avLst/>
          </a:prstGeom>
          <a:noFill/>
          <a:ln w="8890">
            <a:solidFill>
              <a:schemeClr val="tx1"/>
            </a:solidFill>
            <a:round/>
            <a:headEnd type="none" w="med" len="med"/>
            <a:tailEnd type="none"/>
          </a:ln>
        </p:spPr>
      </p:cxnSp>
      <p:sp>
        <p:nvSpPr>
          <p:cNvPr id="120" name="Arc 119">
            <a:extLst>
              <a:ext uri="{FF2B5EF4-FFF2-40B4-BE49-F238E27FC236}">
                <a16:creationId xmlns:a16="http://schemas.microsoft.com/office/drawing/2014/main" id="{00651DC1-EE24-423E-9750-323FD41793BD}"/>
              </a:ext>
            </a:extLst>
          </p:cNvPr>
          <p:cNvSpPr/>
          <p:nvPr/>
        </p:nvSpPr>
        <p:spPr>
          <a:xfrm rot="16200000">
            <a:off x="7681716" y="558942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21" name="AutoShape 46">
            <a:extLst>
              <a:ext uri="{FF2B5EF4-FFF2-40B4-BE49-F238E27FC236}">
                <a16:creationId xmlns:a16="http://schemas.microsoft.com/office/drawing/2014/main" id="{296C7D4F-58DD-4054-9954-DD191A4DBF31}"/>
              </a:ext>
            </a:extLst>
          </p:cNvPr>
          <p:cNvCxnSpPr>
            <a:cxnSpLocks noChangeShapeType="1"/>
            <a:stCxn id="123" idx="0"/>
          </p:cNvCxnSpPr>
          <p:nvPr/>
        </p:nvCxnSpPr>
        <p:spPr bwMode="auto">
          <a:xfrm>
            <a:off x="7753724" y="6453516"/>
            <a:ext cx="360040" cy="0"/>
          </a:xfrm>
          <a:prstGeom prst="straightConnector1">
            <a:avLst/>
          </a:prstGeom>
          <a:noFill/>
          <a:ln w="8890">
            <a:solidFill>
              <a:schemeClr val="tx1"/>
            </a:solidFill>
            <a:round/>
            <a:headEnd type="none" w="med" len="med"/>
            <a:tailEnd type="triangle"/>
          </a:ln>
        </p:spPr>
      </p:cxnSp>
      <p:cxnSp>
        <p:nvCxnSpPr>
          <p:cNvPr id="122" name="AutoShape 47">
            <a:extLst>
              <a:ext uri="{FF2B5EF4-FFF2-40B4-BE49-F238E27FC236}">
                <a16:creationId xmlns:a16="http://schemas.microsoft.com/office/drawing/2014/main" id="{06F4B526-F275-4699-A2C8-6C7B4C29756D}"/>
              </a:ext>
            </a:extLst>
          </p:cNvPr>
          <p:cNvCxnSpPr>
            <a:cxnSpLocks noChangeShapeType="1"/>
            <a:endCxn id="123" idx="2"/>
          </p:cNvCxnSpPr>
          <p:nvPr/>
        </p:nvCxnSpPr>
        <p:spPr bwMode="auto">
          <a:xfrm>
            <a:off x="7681716" y="6093476"/>
            <a:ext cx="0" cy="288032"/>
          </a:xfrm>
          <a:prstGeom prst="straightConnector1">
            <a:avLst/>
          </a:prstGeom>
          <a:noFill/>
          <a:ln w="8890">
            <a:solidFill>
              <a:schemeClr val="tx1"/>
            </a:solidFill>
            <a:round/>
            <a:headEnd/>
            <a:tailEnd type="none"/>
          </a:ln>
        </p:spPr>
      </p:cxnSp>
      <p:sp>
        <p:nvSpPr>
          <p:cNvPr id="123" name="Arc 122">
            <a:extLst>
              <a:ext uri="{FF2B5EF4-FFF2-40B4-BE49-F238E27FC236}">
                <a16:creationId xmlns:a16="http://schemas.microsoft.com/office/drawing/2014/main" id="{53195DEC-9667-4A09-B683-8C29A9766D06}"/>
              </a:ext>
            </a:extLst>
          </p:cNvPr>
          <p:cNvSpPr/>
          <p:nvPr/>
        </p:nvSpPr>
        <p:spPr>
          <a:xfrm rot="10800000">
            <a:off x="7681716" y="630950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cxnSp>
        <p:nvCxnSpPr>
          <p:cNvPr id="124" name="AutoShape 47">
            <a:extLst>
              <a:ext uri="{FF2B5EF4-FFF2-40B4-BE49-F238E27FC236}">
                <a16:creationId xmlns:a16="http://schemas.microsoft.com/office/drawing/2014/main" id="{E6585BCC-58EF-41B0-8927-55A623B68A34}"/>
              </a:ext>
            </a:extLst>
          </p:cNvPr>
          <p:cNvCxnSpPr>
            <a:cxnSpLocks noChangeShapeType="1"/>
            <a:stCxn id="125" idx="0"/>
          </p:cNvCxnSpPr>
          <p:nvPr/>
        </p:nvCxnSpPr>
        <p:spPr bwMode="auto">
          <a:xfrm flipV="1">
            <a:off x="8689828" y="6093476"/>
            <a:ext cx="0" cy="288032"/>
          </a:xfrm>
          <a:prstGeom prst="straightConnector1">
            <a:avLst/>
          </a:prstGeom>
          <a:noFill/>
          <a:ln w="8890">
            <a:solidFill>
              <a:schemeClr val="tx1"/>
            </a:solidFill>
            <a:round/>
            <a:headEnd/>
            <a:tailEnd type="triangle"/>
          </a:ln>
        </p:spPr>
      </p:cxnSp>
      <p:sp>
        <p:nvSpPr>
          <p:cNvPr id="125" name="Arc 124">
            <a:extLst>
              <a:ext uri="{FF2B5EF4-FFF2-40B4-BE49-F238E27FC236}">
                <a16:creationId xmlns:a16="http://schemas.microsoft.com/office/drawing/2014/main" id="{91D7AC9E-04ED-4599-AAE7-ABFC5FD2D4D0}"/>
              </a:ext>
            </a:extLst>
          </p:cNvPr>
          <p:cNvSpPr/>
          <p:nvPr/>
        </p:nvSpPr>
        <p:spPr>
          <a:xfrm rot="5400000">
            <a:off x="8545812" y="630950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26" name="AutoShape 116">
            <a:extLst>
              <a:ext uri="{FF2B5EF4-FFF2-40B4-BE49-F238E27FC236}">
                <a16:creationId xmlns:a16="http://schemas.microsoft.com/office/drawing/2014/main" id="{1ACC11E7-A8C6-485C-80A1-04EFAE2D875B}"/>
              </a:ext>
            </a:extLst>
          </p:cNvPr>
          <p:cNvCxnSpPr>
            <a:cxnSpLocks noChangeShapeType="1"/>
            <a:endCxn id="125" idx="2"/>
          </p:cNvCxnSpPr>
          <p:nvPr/>
        </p:nvCxnSpPr>
        <p:spPr bwMode="auto">
          <a:xfrm>
            <a:off x="8257780" y="6453516"/>
            <a:ext cx="360040" cy="0"/>
          </a:xfrm>
          <a:prstGeom prst="straightConnector1">
            <a:avLst/>
          </a:prstGeom>
          <a:noFill/>
          <a:ln w="8890">
            <a:solidFill>
              <a:schemeClr val="tx1"/>
            </a:solidFill>
            <a:round/>
            <a:headEnd type="none" w="med" len="med"/>
            <a:tailEnd/>
          </a:ln>
        </p:spPr>
      </p:cxnSp>
      <p:sp>
        <p:nvSpPr>
          <p:cNvPr id="127" name="Arc 126">
            <a:extLst>
              <a:ext uri="{FF2B5EF4-FFF2-40B4-BE49-F238E27FC236}">
                <a16:creationId xmlns:a16="http://schemas.microsoft.com/office/drawing/2014/main" id="{591BFB03-2228-4C88-82E3-04DB519AF902}"/>
              </a:ext>
            </a:extLst>
          </p:cNvPr>
          <p:cNvSpPr/>
          <p:nvPr/>
        </p:nvSpPr>
        <p:spPr>
          <a:xfrm>
            <a:off x="9913965" y="558942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28" name="AutoShape 65">
            <a:extLst>
              <a:ext uri="{FF2B5EF4-FFF2-40B4-BE49-F238E27FC236}">
                <a16:creationId xmlns:a16="http://schemas.microsoft.com/office/drawing/2014/main" id="{F8CE3352-315A-4252-86CB-70E1141996D5}"/>
              </a:ext>
            </a:extLst>
          </p:cNvPr>
          <p:cNvCxnSpPr>
            <a:cxnSpLocks noChangeShapeType="1"/>
            <a:stCxn id="127" idx="2"/>
          </p:cNvCxnSpPr>
          <p:nvPr/>
        </p:nvCxnSpPr>
        <p:spPr bwMode="auto">
          <a:xfrm>
            <a:off x="10057981" y="5661428"/>
            <a:ext cx="0" cy="288032"/>
          </a:xfrm>
          <a:prstGeom prst="straightConnector1">
            <a:avLst/>
          </a:prstGeom>
          <a:noFill/>
          <a:ln w="8890">
            <a:solidFill>
              <a:schemeClr val="tx1"/>
            </a:solidFill>
            <a:round/>
            <a:headEnd/>
            <a:tailEnd type="triangle"/>
          </a:ln>
        </p:spPr>
      </p:cxnSp>
      <p:cxnSp>
        <p:nvCxnSpPr>
          <p:cNvPr id="129" name="AutoShape 116">
            <a:extLst>
              <a:ext uri="{FF2B5EF4-FFF2-40B4-BE49-F238E27FC236}">
                <a16:creationId xmlns:a16="http://schemas.microsoft.com/office/drawing/2014/main" id="{8BC69241-24BC-4B15-8C0E-2A93F91DC28A}"/>
              </a:ext>
            </a:extLst>
          </p:cNvPr>
          <p:cNvCxnSpPr>
            <a:cxnSpLocks noChangeShapeType="1"/>
            <a:endCxn id="127" idx="0"/>
          </p:cNvCxnSpPr>
          <p:nvPr/>
        </p:nvCxnSpPr>
        <p:spPr bwMode="auto">
          <a:xfrm>
            <a:off x="9625933" y="5589420"/>
            <a:ext cx="360040" cy="0"/>
          </a:xfrm>
          <a:prstGeom prst="straightConnector1">
            <a:avLst/>
          </a:prstGeom>
          <a:noFill/>
          <a:ln w="8890">
            <a:solidFill>
              <a:schemeClr val="tx1"/>
            </a:solidFill>
            <a:round/>
            <a:headEnd type="none" w="med" len="med"/>
            <a:tailEnd/>
          </a:ln>
        </p:spPr>
      </p:cxnSp>
    </p:spTree>
    <p:extLst>
      <p:ext uri="{BB962C8B-B14F-4D97-AF65-F5344CB8AC3E}">
        <p14:creationId xmlns:p14="http://schemas.microsoft.com/office/powerpoint/2010/main" val="2614166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1DA22-448F-4AFC-9A0E-AF4DAAC000C3}"/>
              </a:ext>
            </a:extLst>
          </p:cNvPr>
          <p:cNvSpPr>
            <a:spLocks noGrp="1"/>
          </p:cNvSpPr>
          <p:nvPr>
            <p:ph type="title"/>
          </p:nvPr>
        </p:nvSpPr>
        <p:spPr/>
        <p:txBody>
          <a:bodyPr/>
          <a:lstStyle/>
          <a:p>
            <a:r>
              <a:rPr lang="en-US" dirty="0"/>
              <a:t>TAM State Diagram</a:t>
            </a:r>
          </a:p>
        </p:txBody>
      </p:sp>
      <p:sp>
        <p:nvSpPr>
          <p:cNvPr id="3" name="TextBox 29">
            <a:extLst>
              <a:ext uri="{FF2B5EF4-FFF2-40B4-BE49-F238E27FC236}">
                <a16:creationId xmlns:a16="http://schemas.microsoft.com/office/drawing/2014/main" id="{FB0C923D-4DD6-4F5D-BAA0-6D466F9462B9}"/>
              </a:ext>
            </a:extLst>
          </p:cNvPr>
          <p:cNvSpPr txBox="1">
            <a:spLocks noChangeArrowheads="1"/>
          </p:cNvSpPr>
          <p:nvPr/>
        </p:nvSpPr>
        <p:spPr bwMode="auto">
          <a:xfrm>
            <a:off x="7227902" y="2337212"/>
            <a:ext cx="720048" cy="211203"/>
          </a:xfrm>
          <a:prstGeom prst="rect">
            <a:avLst/>
          </a:prstGeom>
          <a:noFill/>
          <a:ln w="9525">
            <a:noFill/>
            <a:miter lim="800000"/>
            <a:headEnd/>
            <a:tailEnd/>
          </a:ln>
        </p:spPr>
        <p:txBody>
          <a:bodyPr wrap="square" lIns="36000" tIns="36000" rIns="36000" bIns="36000">
            <a:spAutoFit/>
          </a:bodyPr>
          <a:lstStyle/>
          <a:p>
            <a:r>
              <a:rPr lang="en-US" sz="900" dirty="0"/>
              <a:t>Condition</a:t>
            </a:r>
          </a:p>
        </p:txBody>
      </p:sp>
      <p:sp>
        <p:nvSpPr>
          <p:cNvPr id="4" name="Diamond 31">
            <a:extLst>
              <a:ext uri="{FF2B5EF4-FFF2-40B4-BE49-F238E27FC236}">
                <a16:creationId xmlns:a16="http://schemas.microsoft.com/office/drawing/2014/main" id="{41178179-12D9-4C90-B696-604C1674333E}"/>
              </a:ext>
            </a:extLst>
          </p:cNvPr>
          <p:cNvSpPr>
            <a:spLocks noChangeArrowheads="1"/>
          </p:cNvSpPr>
          <p:nvPr/>
        </p:nvSpPr>
        <p:spPr bwMode="auto">
          <a:xfrm>
            <a:off x="7660206" y="1760940"/>
            <a:ext cx="144463" cy="144463"/>
          </a:xfrm>
          <a:prstGeom prst="diamond">
            <a:avLst/>
          </a:prstGeom>
          <a:solidFill>
            <a:schemeClr val="bg1"/>
          </a:solidFill>
          <a:ln w="17780" algn="ctr">
            <a:solidFill>
              <a:schemeClr val="tx1"/>
            </a:solidFill>
            <a:round/>
            <a:headEnd/>
            <a:tailEnd/>
          </a:ln>
        </p:spPr>
        <p:txBody>
          <a:bodyPr lIns="90000" tIns="46800" rIns="90000" bIns="46800" anchor="ctr"/>
          <a:lstStyle/>
          <a:p>
            <a:endParaRPr lang="en-US"/>
          </a:p>
        </p:txBody>
      </p:sp>
      <p:grpSp>
        <p:nvGrpSpPr>
          <p:cNvPr id="5" name="Group 53">
            <a:extLst>
              <a:ext uri="{FF2B5EF4-FFF2-40B4-BE49-F238E27FC236}">
                <a16:creationId xmlns:a16="http://schemas.microsoft.com/office/drawing/2014/main" id="{F69021EF-1C3A-4FFA-957E-9861439E2DD4}"/>
              </a:ext>
            </a:extLst>
          </p:cNvPr>
          <p:cNvGrpSpPr>
            <a:grpSpLocks/>
          </p:cNvGrpSpPr>
          <p:nvPr/>
        </p:nvGrpSpPr>
        <p:grpSpPr bwMode="auto">
          <a:xfrm>
            <a:off x="8226926" y="1737299"/>
            <a:ext cx="144463" cy="288925"/>
            <a:chOff x="5679440" y="1524000"/>
            <a:chExt cx="144000" cy="289257"/>
          </a:xfrm>
        </p:grpSpPr>
        <p:sp>
          <p:nvSpPr>
            <p:cNvPr id="6" name="Oval 47">
              <a:extLst>
                <a:ext uri="{FF2B5EF4-FFF2-40B4-BE49-F238E27FC236}">
                  <a16:creationId xmlns:a16="http://schemas.microsoft.com/office/drawing/2014/main" id="{A3FC5213-5BE4-4869-912A-D60A497BD5EE}"/>
                </a:ext>
              </a:extLst>
            </p:cNvPr>
            <p:cNvSpPr>
              <a:spLocks noChangeArrowheads="1"/>
            </p:cNvSpPr>
            <p:nvPr/>
          </p:nvSpPr>
          <p:spPr bwMode="auto">
            <a:xfrm>
              <a:off x="5679440" y="1524000"/>
              <a:ext cx="144000" cy="144000"/>
            </a:xfrm>
            <a:prstGeom prst="ellipse">
              <a:avLst/>
            </a:prstGeom>
            <a:solidFill>
              <a:schemeClr val="tx1"/>
            </a:solidFill>
            <a:ln w="9525" algn="ctr">
              <a:solidFill>
                <a:schemeClr val="tx1"/>
              </a:solidFill>
              <a:round/>
              <a:headEnd/>
              <a:tailEnd/>
            </a:ln>
          </p:spPr>
          <p:txBody>
            <a:bodyPr lIns="90000" tIns="46800" rIns="90000" bIns="46800" anchor="ctr"/>
            <a:lstStyle/>
            <a:p>
              <a:endParaRPr lang="en-US"/>
            </a:p>
          </p:txBody>
        </p:sp>
        <p:cxnSp>
          <p:nvCxnSpPr>
            <p:cNvPr id="7" name="AutoShape 114">
              <a:extLst>
                <a:ext uri="{FF2B5EF4-FFF2-40B4-BE49-F238E27FC236}">
                  <a16:creationId xmlns:a16="http://schemas.microsoft.com/office/drawing/2014/main" id="{F0843AC9-66FB-4A30-BE43-1492921C89A1}"/>
                </a:ext>
              </a:extLst>
            </p:cNvPr>
            <p:cNvCxnSpPr>
              <a:cxnSpLocks noChangeShapeType="1"/>
            </p:cNvCxnSpPr>
            <p:nvPr/>
          </p:nvCxnSpPr>
          <p:spPr bwMode="auto">
            <a:xfrm flipV="1">
              <a:off x="5748338" y="1669257"/>
              <a:ext cx="1587" cy="144000"/>
            </a:xfrm>
            <a:prstGeom prst="straightConnector1">
              <a:avLst/>
            </a:prstGeom>
            <a:noFill/>
            <a:ln w="8890">
              <a:solidFill>
                <a:schemeClr val="tx1"/>
              </a:solidFill>
              <a:round/>
              <a:headEnd type="triangle" w="med" len="med"/>
              <a:tailEnd/>
            </a:ln>
          </p:spPr>
        </p:cxnSp>
      </p:grpSp>
      <p:sp>
        <p:nvSpPr>
          <p:cNvPr id="8" name="AutoShape 5">
            <a:extLst>
              <a:ext uri="{FF2B5EF4-FFF2-40B4-BE49-F238E27FC236}">
                <a16:creationId xmlns:a16="http://schemas.microsoft.com/office/drawing/2014/main" id="{989B4185-74D4-45A2-A51B-7324DEEC8416}"/>
              </a:ext>
            </a:extLst>
          </p:cNvPr>
          <p:cNvSpPr>
            <a:spLocks noChangeArrowheads="1"/>
          </p:cNvSpPr>
          <p:nvPr/>
        </p:nvSpPr>
        <p:spPr bwMode="auto">
          <a:xfrm>
            <a:off x="8019990" y="1185084"/>
            <a:ext cx="844340" cy="288000"/>
          </a:xfrm>
          <a:prstGeom prst="roundRect">
            <a:avLst>
              <a:gd name="adj" fmla="val 1079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State</a:t>
            </a:r>
          </a:p>
        </p:txBody>
      </p:sp>
      <p:sp>
        <p:nvSpPr>
          <p:cNvPr id="9" name="TextBox 29">
            <a:extLst>
              <a:ext uri="{FF2B5EF4-FFF2-40B4-BE49-F238E27FC236}">
                <a16:creationId xmlns:a16="http://schemas.microsoft.com/office/drawing/2014/main" id="{942B3286-C682-463D-92D7-DCA26B8C94EF}"/>
              </a:ext>
            </a:extLst>
          </p:cNvPr>
          <p:cNvSpPr txBox="1">
            <a:spLocks noChangeArrowheads="1"/>
          </p:cNvSpPr>
          <p:nvPr/>
        </p:nvSpPr>
        <p:spPr bwMode="auto">
          <a:xfrm>
            <a:off x="8236014" y="2337212"/>
            <a:ext cx="1399932" cy="230832"/>
          </a:xfrm>
          <a:prstGeom prst="rect">
            <a:avLst/>
          </a:prstGeom>
          <a:noFill/>
          <a:ln w="9525">
            <a:noFill/>
            <a:miter lim="800000"/>
            <a:headEnd/>
            <a:tailEnd/>
          </a:ln>
        </p:spPr>
        <p:txBody>
          <a:bodyPr wrap="square">
            <a:spAutoFit/>
          </a:bodyPr>
          <a:lstStyle/>
          <a:p>
            <a:r>
              <a:rPr lang="en-US" sz="900" dirty="0"/>
              <a:t>Event [Guard] / Action</a:t>
            </a:r>
          </a:p>
        </p:txBody>
      </p:sp>
      <p:grpSp>
        <p:nvGrpSpPr>
          <p:cNvPr id="10" name="Group 53">
            <a:extLst>
              <a:ext uri="{FF2B5EF4-FFF2-40B4-BE49-F238E27FC236}">
                <a16:creationId xmlns:a16="http://schemas.microsoft.com/office/drawing/2014/main" id="{A93397B5-7E11-402A-8B02-8AD783F2D3E5}"/>
              </a:ext>
            </a:extLst>
          </p:cNvPr>
          <p:cNvGrpSpPr>
            <a:grpSpLocks/>
          </p:cNvGrpSpPr>
          <p:nvPr/>
        </p:nvGrpSpPr>
        <p:grpSpPr bwMode="auto">
          <a:xfrm>
            <a:off x="2403710" y="1833156"/>
            <a:ext cx="144463" cy="288925"/>
            <a:chOff x="5679440" y="1524000"/>
            <a:chExt cx="144000" cy="289257"/>
          </a:xfrm>
        </p:grpSpPr>
        <p:sp>
          <p:nvSpPr>
            <p:cNvPr id="11" name="Oval 47">
              <a:extLst>
                <a:ext uri="{FF2B5EF4-FFF2-40B4-BE49-F238E27FC236}">
                  <a16:creationId xmlns:a16="http://schemas.microsoft.com/office/drawing/2014/main" id="{2BBA3F82-D95E-4D6C-AC01-B2DBF1B3B992}"/>
                </a:ext>
              </a:extLst>
            </p:cNvPr>
            <p:cNvSpPr>
              <a:spLocks noChangeArrowheads="1"/>
            </p:cNvSpPr>
            <p:nvPr/>
          </p:nvSpPr>
          <p:spPr bwMode="auto">
            <a:xfrm>
              <a:off x="5679440" y="1524000"/>
              <a:ext cx="144000" cy="144000"/>
            </a:xfrm>
            <a:prstGeom prst="ellipse">
              <a:avLst/>
            </a:prstGeom>
            <a:solidFill>
              <a:schemeClr val="tx1"/>
            </a:solidFill>
            <a:ln w="9525" algn="ctr">
              <a:solidFill>
                <a:schemeClr val="tx1"/>
              </a:solidFill>
              <a:round/>
              <a:headEnd/>
              <a:tailEnd/>
            </a:ln>
          </p:spPr>
          <p:txBody>
            <a:bodyPr lIns="90000" tIns="46800" rIns="90000" bIns="46800" anchor="ctr"/>
            <a:lstStyle/>
            <a:p>
              <a:endParaRPr lang="en-US"/>
            </a:p>
          </p:txBody>
        </p:sp>
        <p:cxnSp>
          <p:nvCxnSpPr>
            <p:cNvPr id="12" name="AutoShape 114">
              <a:extLst>
                <a:ext uri="{FF2B5EF4-FFF2-40B4-BE49-F238E27FC236}">
                  <a16:creationId xmlns:a16="http://schemas.microsoft.com/office/drawing/2014/main" id="{2F702A81-BB01-47C4-8124-5C5CD81B2FB1}"/>
                </a:ext>
              </a:extLst>
            </p:cNvPr>
            <p:cNvCxnSpPr>
              <a:cxnSpLocks noChangeShapeType="1"/>
            </p:cNvCxnSpPr>
            <p:nvPr/>
          </p:nvCxnSpPr>
          <p:spPr bwMode="auto">
            <a:xfrm flipV="1">
              <a:off x="5748338" y="1669257"/>
              <a:ext cx="1587" cy="144000"/>
            </a:xfrm>
            <a:prstGeom prst="straightConnector1">
              <a:avLst/>
            </a:prstGeom>
            <a:noFill/>
            <a:ln w="8890">
              <a:solidFill>
                <a:schemeClr val="tx1"/>
              </a:solidFill>
              <a:round/>
              <a:headEnd type="triangle" w="med" len="med"/>
              <a:tailEnd/>
            </a:ln>
          </p:spPr>
        </p:cxnSp>
      </p:grpSp>
      <p:sp>
        <p:nvSpPr>
          <p:cNvPr id="13" name="AutoShape 5">
            <a:extLst>
              <a:ext uri="{FF2B5EF4-FFF2-40B4-BE49-F238E27FC236}">
                <a16:creationId xmlns:a16="http://schemas.microsoft.com/office/drawing/2014/main" id="{B05FC74E-91BF-4359-8768-1DF91C4C6BE4}"/>
              </a:ext>
            </a:extLst>
          </p:cNvPr>
          <p:cNvSpPr>
            <a:spLocks noChangeArrowheads="1"/>
          </p:cNvSpPr>
          <p:nvPr/>
        </p:nvSpPr>
        <p:spPr bwMode="auto">
          <a:xfrm>
            <a:off x="2043647" y="2122082"/>
            <a:ext cx="864063" cy="288000"/>
          </a:xfrm>
          <a:prstGeom prst="roundRect">
            <a:avLst>
              <a:gd name="adj" fmla="val 1079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New</a:t>
            </a:r>
          </a:p>
        </p:txBody>
      </p:sp>
      <p:sp>
        <p:nvSpPr>
          <p:cNvPr id="14" name="AutoShape 5">
            <a:extLst>
              <a:ext uri="{FF2B5EF4-FFF2-40B4-BE49-F238E27FC236}">
                <a16:creationId xmlns:a16="http://schemas.microsoft.com/office/drawing/2014/main" id="{462DAFCF-580D-4183-ACDB-9EAFEF01AD7B}"/>
              </a:ext>
            </a:extLst>
          </p:cNvPr>
          <p:cNvSpPr>
            <a:spLocks noChangeArrowheads="1"/>
          </p:cNvSpPr>
          <p:nvPr/>
        </p:nvSpPr>
        <p:spPr bwMode="auto">
          <a:xfrm>
            <a:off x="2043647" y="2842081"/>
            <a:ext cx="864063" cy="286775"/>
          </a:xfrm>
          <a:prstGeom prst="roundRect">
            <a:avLst>
              <a:gd name="adj" fmla="val 1079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Confirmed</a:t>
            </a:r>
          </a:p>
        </p:txBody>
      </p:sp>
      <p:sp>
        <p:nvSpPr>
          <p:cNvPr id="15" name="AutoShape 5">
            <a:extLst>
              <a:ext uri="{FF2B5EF4-FFF2-40B4-BE49-F238E27FC236}">
                <a16:creationId xmlns:a16="http://schemas.microsoft.com/office/drawing/2014/main" id="{9D3AAF20-AB2F-47BD-9618-741C540B9490}"/>
              </a:ext>
            </a:extLst>
          </p:cNvPr>
          <p:cNvSpPr>
            <a:spLocks noChangeArrowheads="1"/>
          </p:cNvSpPr>
          <p:nvPr/>
        </p:nvSpPr>
        <p:spPr bwMode="auto">
          <a:xfrm>
            <a:off x="1251230" y="3922080"/>
            <a:ext cx="864480" cy="288001"/>
          </a:xfrm>
          <a:prstGeom prst="roundRect">
            <a:avLst>
              <a:gd name="adj" fmla="val 1079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Canceled</a:t>
            </a:r>
          </a:p>
        </p:txBody>
      </p:sp>
      <p:cxnSp>
        <p:nvCxnSpPr>
          <p:cNvPr id="16" name="AutoShape 114">
            <a:extLst>
              <a:ext uri="{FF2B5EF4-FFF2-40B4-BE49-F238E27FC236}">
                <a16:creationId xmlns:a16="http://schemas.microsoft.com/office/drawing/2014/main" id="{A94520E5-066D-4498-8556-0A8C8E7AAA31}"/>
              </a:ext>
            </a:extLst>
          </p:cNvPr>
          <p:cNvCxnSpPr>
            <a:cxnSpLocks noChangeShapeType="1"/>
            <a:stCxn id="14" idx="0"/>
            <a:endCxn id="13" idx="2"/>
          </p:cNvCxnSpPr>
          <p:nvPr/>
        </p:nvCxnSpPr>
        <p:spPr bwMode="auto">
          <a:xfrm flipV="1">
            <a:off x="2475679" y="2410082"/>
            <a:ext cx="0" cy="431999"/>
          </a:xfrm>
          <a:prstGeom prst="straightConnector1">
            <a:avLst/>
          </a:prstGeom>
          <a:noFill/>
          <a:ln w="8890">
            <a:solidFill>
              <a:schemeClr val="tx1"/>
            </a:solidFill>
            <a:round/>
            <a:headEnd type="triangle" w="med" len="med"/>
            <a:tailEnd/>
          </a:ln>
        </p:spPr>
      </p:cxnSp>
      <p:sp>
        <p:nvSpPr>
          <p:cNvPr id="17" name="TextBox 29">
            <a:extLst>
              <a:ext uri="{FF2B5EF4-FFF2-40B4-BE49-F238E27FC236}">
                <a16:creationId xmlns:a16="http://schemas.microsoft.com/office/drawing/2014/main" id="{8CD1F546-87B8-4E1B-85E7-576886EF1DA4}"/>
              </a:ext>
            </a:extLst>
          </p:cNvPr>
          <p:cNvSpPr txBox="1">
            <a:spLocks noChangeArrowheads="1"/>
          </p:cNvSpPr>
          <p:nvPr/>
        </p:nvSpPr>
        <p:spPr bwMode="auto">
          <a:xfrm>
            <a:off x="1631095" y="2499079"/>
            <a:ext cx="881186" cy="369332"/>
          </a:xfrm>
          <a:prstGeom prst="rect">
            <a:avLst/>
          </a:prstGeom>
          <a:noFill/>
          <a:ln w="9525">
            <a:noFill/>
            <a:miter lim="800000"/>
            <a:headEnd/>
            <a:tailEnd/>
          </a:ln>
        </p:spPr>
        <p:txBody>
          <a:bodyPr wrap="square">
            <a:spAutoFit/>
          </a:bodyPr>
          <a:lstStyle/>
          <a:p>
            <a:pPr algn="r"/>
            <a:r>
              <a:rPr lang="en-US" sz="900" dirty="0"/>
              <a:t>Confirmation sent</a:t>
            </a:r>
          </a:p>
        </p:txBody>
      </p:sp>
      <p:sp>
        <p:nvSpPr>
          <p:cNvPr id="18" name="TextBox 29">
            <a:extLst>
              <a:ext uri="{FF2B5EF4-FFF2-40B4-BE49-F238E27FC236}">
                <a16:creationId xmlns:a16="http://schemas.microsoft.com/office/drawing/2014/main" id="{CB47963A-2D52-423C-8622-CECCBD58F505}"/>
              </a:ext>
            </a:extLst>
          </p:cNvPr>
          <p:cNvSpPr txBox="1">
            <a:spLocks noChangeArrowheads="1"/>
          </p:cNvSpPr>
          <p:nvPr/>
        </p:nvSpPr>
        <p:spPr bwMode="auto">
          <a:xfrm>
            <a:off x="1675056" y="3307971"/>
            <a:ext cx="844061" cy="369332"/>
          </a:xfrm>
          <a:prstGeom prst="rect">
            <a:avLst/>
          </a:prstGeom>
          <a:noFill/>
          <a:ln w="9525">
            <a:noFill/>
            <a:miter lim="800000"/>
            <a:headEnd/>
            <a:tailEnd/>
          </a:ln>
        </p:spPr>
        <p:txBody>
          <a:bodyPr wrap="square">
            <a:spAutoFit/>
          </a:bodyPr>
          <a:lstStyle/>
          <a:p>
            <a:r>
              <a:rPr lang="en-US" sz="900" dirty="0"/>
              <a:t>Cancellation received</a:t>
            </a:r>
          </a:p>
        </p:txBody>
      </p:sp>
      <p:sp>
        <p:nvSpPr>
          <p:cNvPr id="19" name="AutoShape 5">
            <a:extLst>
              <a:ext uri="{FF2B5EF4-FFF2-40B4-BE49-F238E27FC236}">
                <a16:creationId xmlns:a16="http://schemas.microsoft.com/office/drawing/2014/main" id="{F7922769-FF5B-4029-91E9-CB111452689E}"/>
              </a:ext>
            </a:extLst>
          </p:cNvPr>
          <p:cNvSpPr>
            <a:spLocks noChangeArrowheads="1"/>
          </p:cNvSpPr>
          <p:nvPr/>
        </p:nvSpPr>
        <p:spPr bwMode="auto">
          <a:xfrm>
            <a:off x="4635710" y="2842081"/>
            <a:ext cx="864000" cy="292413"/>
          </a:xfrm>
          <a:prstGeom prst="roundRect">
            <a:avLst>
              <a:gd name="adj" fmla="val 1079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900" dirty="0"/>
              <a:t>Partially Delivered</a:t>
            </a:r>
          </a:p>
        </p:txBody>
      </p:sp>
      <p:sp>
        <p:nvSpPr>
          <p:cNvPr id="20" name="AutoShape 5">
            <a:extLst>
              <a:ext uri="{FF2B5EF4-FFF2-40B4-BE49-F238E27FC236}">
                <a16:creationId xmlns:a16="http://schemas.microsoft.com/office/drawing/2014/main" id="{EF57A5CE-2794-487F-B192-DC3A3AE275E4}"/>
              </a:ext>
            </a:extLst>
          </p:cNvPr>
          <p:cNvSpPr>
            <a:spLocks noChangeArrowheads="1"/>
          </p:cNvSpPr>
          <p:nvPr/>
        </p:nvSpPr>
        <p:spPr bwMode="auto">
          <a:xfrm>
            <a:off x="4635710" y="3850081"/>
            <a:ext cx="864000" cy="288000"/>
          </a:xfrm>
          <a:prstGeom prst="roundRect">
            <a:avLst>
              <a:gd name="adj" fmla="val 1079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Fully Delivered</a:t>
            </a:r>
          </a:p>
        </p:txBody>
      </p:sp>
      <p:cxnSp>
        <p:nvCxnSpPr>
          <p:cNvPr id="21" name="AutoShape 115">
            <a:extLst>
              <a:ext uri="{FF2B5EF4-FFF2-40B4-BE49-F238E27FC236}">
                <a16:creationId xmlns:a16="http://schemas.microsoft.com/office/drawing/2014/main" id="{131CB688-DE51-44BC-93AB-89AF7B37ADA0}"/>
              </a:ext>
            </a:extLst>
          </p:cNvPr>
          <p:cNvCxnSpPr>
            <a:cxnSpLocks noChangeShapeType="1"/>
            <a:stCxn id="14" idx="3"/>
            <a:endCxn id="19" idx="1"/>
          </p:cNvCxnSpPr>
          <p:nvPr/>
        </p:nvCxnSpPr>
        <p:spPr bwMode="auto">
          <a:xfrm>
            <a:off x="2907710" y="2985469"/>
            <a:ext cx="1728000" cy="2819"/>
          </a:xfrm>
          <a:prstGeom prst="straightConnector1">
            <a:avLst/>
          </a:prstGeom>
          <a:noFill/>
          <a:ln w="8890">
            <a:solidFill>
              <a:schemeClr val="tx1"/>
            </a:solidFill>
            <a:round/>
            <a:headEnd/>
            <a:tailEnd type="triangle" w="med" len="med"/>
          </a:ln>
        </p:spPr>
      </p:cxnSp>
      <p:cxnSp>
        <p:nvCxnSpPr>
          <p:cNvPr id="22" name="AutoShape 114">
            <a:extLst>
              <a:ext uri="{FF2B5EF4-FFF2-40B4-BE49-F238E27FC236}">
                <a16:creationId xmlns:a16="http://schemas.microsoft.com/office/drawing/2014/main" id="{425C97A1-E197-4F49-9C87-EEE64CD903B3}"/>
              </a:ext>
            </a:extLst>
          </p:cNvPr>
          <p:cNvCxnSpPr>
            <a:cxnSpLocks noChangeShapeType="1"/>
            <a:stCxn id="23" idx="0"/>
            <a:endCxn id="19" idx="2"/>
          </p:cNvCxnSpPr>
          <p:nvPr/>
        </p:nvCxnSpPr>
        <p:spPr bwMode="auto">
          <a:xfrm flipV="1">
            <a:off x="5067679" y="3134494"/>
            <a:ext cx="31" cy="283587"/>
          </a:xfrm>
          <a:prstGeom prst="straightConnector1">
            <a:avLst/>
          </a:prstGeom>
          <a:noFill/>
          <a:ln w="8890">
            <a:solidFill>
              <a:schemeClr val="tx1"/>
            </a:solidFill>
            <a:round/>
            <a:headEnd type="triangle" w="med" len="med"/>
            <a:tailEnd/>
          </a:ln>
        </p:spPr>
      </p:cxnSp>
      <p:sp>
        <p:nvSpPr>
          <p:cNvPr id="23" name="Diamond 31">
            <a:extLst>
              <a:ext uri="{FF2B5EF4-FFF2-40B4-BE49-F238E27FC236}">
                <a16:creationId xmlns:a16="http://schemas.microsoft.com/office/drawing/2014/main" id="{81AD0C3E-EC23-43D8-86EE-79A25D814649}"/>
              </a:ext>
            </a:extLst>
          </p:cNvPr>
          <p:cNvSpPr>
            <a:spLocks noChangeArrowheads="1"/>
          </p:cNvSpPr>
          <p:nvPr/>
        </p:nvSpPr>
        <p:spPr bwMode="auto">
          <a:xfrm>
            <a:off x="4995447" y="3418081"/>
            <a:ext cx="144463" cy="144463"/>
          </a:xfrm>
          <a:prstGeom prst="diamond">
            <a:avLst/>
          </a:prstGeom>
          <a:solidFill>
            <a:schemeClr val="bg1"/>
          </a:solidFill>
          <a:ln w="17780" algn="ctr">
            <a:solidFill>
              <a:schemeClr val="tx1"/>
            </a:solidFill>
            <a:round/>
            <a:headEnd/>
            <a:tailEnd/>
          </a:ln>
        </p:spPr>
        <p:txBody>
          <a:bodyPr lIns="90000" tIns="46800" rIns="90000" bIns="46800" anchor="ctr"/>
          <a:lstStyle/>
          <a:p>
            <a:endParaRPr lang="en-US"/>
          </a:p>
        </p:txBody>
      </p:sp>
      <p:cxnSp>
        <p:nvCxnSpPr>
          <p:cNvPr id="24" name="AutoShape 114">
            <a:extLst>
              <a:ext uri="{FF2B5EF4-FFF2-40B4-BE49-F238E27FC236}">
                <a16:creationId xmlns:a16="http://schemas.microsoft.com/office/drawing/2014/main" id="{C8129841-3CFA-49D0-A91A-ECA1E25492C0}"/>
              </a:ext>
            </a:extLst>
          </p:cNvPr>
          <p:cNvCxnSpPr>
            <a:cxnSpLocks noChangeShapeType="1"/>
            <a:stCxn id="20" idx="0"/>
            <a:endCxn id="23" idx="2"/>
          </p:cNvCxnSpPr>
          <p:nvPr/>
        </p:nvCxnSpPr>
        <p:spPr bwMode="auto">
          <a:xfrm flipH="1" flipV="1">
            <a:off x="5067679" y="3562544"/>
            <a:ext cx="31" cy="287537"/>
          </a:xfrm>
          <a:prstGeom prst="straightConnector1">
            <a:avLst/>
          </a:prstGeom>
          <a:noFill/>
          <a:ln w="8890">
            <a:solidFill>
              <a:schemeClr val="tx1"/>
            </a:solidFill>
            <a:round/>
            <a:headEnd type="triangle" w="med" len="med"/>
            <a:tailEnd/>
          </a:ln>
        </p:spPr>
      </p:cxnSp>
      <p:sp>
        <p:nvSpPr>
          <p:cNvPr id="25" name="TextBox 29">
            <a:extLst>
              <a:ext uri="{FF2B5EF4-FFF2-40B4-BE49-F238E27FC236}">
                <a16:creationId xmlns:a16="http://schemas.microsoft.com/office/drawing/2014/main" id="{D3BDC579-9828-4240-B138-159BA0CC2B0F}"/>
              </a:ext>
            </a:extLst>
          </p:cNvPr>
          <p:cNvSpPr txBox="1">
            <a:spLocks noChangeArrowheads="1"/>
          </p:cNvSpPr>
          <p:nvPr/>
        </p:nvSpPr>
        <p:spPr bwMode="auto">
          <a:xfrm>
            <a:off x="3020280" y="2525458"/>
            <a:ext cx="1283676" cy="507831"/>
          </a:xfrm>
          <a:prstGeom prst="rect">
            <a:avLst/>
          </a:prstGeom>
          <a:noFill/>
          <a:ln w="9525">
            <a:noFill/>
            <a:miter lim="800000"/>
            <a:headEnd/>
            <a:tailEnd/>
          </a:ln>
        </p:spPr>
        <p:txBody>
          <a:bodyPr wrap="square">
            <a:spAutoFit/>
          </a:bodyPr>
          <a:lstStyle/>
          <a:p>
            <a:r>
              <a:rPr lang="en-US" sz="900" dirty="0"/>
              <a:t>Shipped to Customer [open positions] / Send Invoice</a:t>
            </a:r>
          </a:p>
        </p:txBody>
      </p:sp>
      <p:sp>
        <p:nvSpPr>
          <p:cNvPr id="26" name="TextBox 29">
            <a:extLst>
              <a:ext uri="{FF2B5EF4-FFF2-40B4-BE49-F238E27FC236}">
                <a16:creationId xmlns:a16="http://schemas.microsoft.com/office/drawing/2014/main" id="{B280BCB1-0DF4-4D69-BB9F-562362FF4CAC}"/>
              </a:ext>
            </a:extLst>
          </p:cNvPr>
          <p:cNvSpPr txBox="1">
            <a:spLocks noChangeArrowheads="1"/>
          </p:cNvSpPr>
          <p:nvPr/>
        </p:nvSpPr>
        <p:spPr bwMode="auto">
          <a:xfrm>
            <a:off x="2547710" y="3554158"/>
            <a:ext cx="1237500" cy="488201"/>
          </a:xfrm>
          <a:prstGeom prst="rect">
            <a:avLst/>
          </a:prstGeom>
          <a:noFill/>
          <a:ln w="9525">
            <a:noFill/>
            <a:miter lim="800000"/>
            <a:headEnd/>
            <a:tailEnd/>
          </a:ln>
        </p:spPr>
        <p:txBody>
          <a:bodyPr wrap="square" lIns="36000" tIns="36000" rIns="36000" bIns="36000">
            <a:spAutoFit/>
          </a:bodyPr>
          <a:lstStyle/>
          <a:p>
            <a:r>
              <a:rPr lang="en-US" sz="900" dirty="0"/>
              <a:t>Shipped to Customer [no open positions] / Send Invoice</a:t>
            </a:r>
          </a:p>
        </p:txBody>
      </p:sp>
      <p:sp>
        <p:nvSpPr>
          <p:cNvPr id="27" name="TextBox 29">
            <a:extLst>
              <a:ext uri="{FF2B5EF4-FFF2-40B4-BE49-F238E27FC236}">
                <a16:creationId xmlns:a16="http://schemas.microsoft.com/office/drawing/2014/main" id="{10C578AA-39A8-486D-95AD-00FBA67E6A71}"/>
              </a:ext>
            </a:extLst>
          </p:cNvPr>
          <p:cNvSpPr txBox="1">
            <a:spLocks noChangeArrowheads="1"/>
          </p:cNvSpPr>
          <p:nvPr/>
        </p:nvSpPr>
        <p:spPr bwMode="auto">
          <a:xfrm>
            <a:off x="3767626" y="3211258"/>
            <a:ext cx="1283676" cy="230832"/>
          </a:xfrm>
          <a:prstGeom prst="rect">
            <a:avLst/>
          </a:prstGeom>
          <a:noFill/>
          <a:ln w="9525">
            <a:noFill/>
            <a:miter lim="800000"/>
            <a:headEnd/>
            <a:tailEnd/>
          </a:ln>
        </p:spPr>
        <p:txBody>
          <a:bodyPr wrap="square">
            <a:spAutoFit/>
          </a:bodyPr>
          <a:lstStyle/>
          <a:p>
            <a:pPr algn="r"/>
            <a:r>
              <a:rPr lang="en-US" sz="900" dirty="0"/>
              <a:t>Shipped to Customer</a:t>
            </a:r>
          </a:p>
        </p:txBody>
      </p:sp>
      <p:sp>
        <p:nvSpPr>
          <p:cNvPr id="28" name="TextBox 29">
            <a:extLst>
              <a:ext uri="{FF2B5EF4-FFF2-40B4-BE49-F238E27FC236}">
                <a16:creationId xmlns:a16="http://schemas.microsoft.com/office/drawing/2014/main" id="{BD9A3E23-389F-4BE1-AF3E-0A71AAD6412B}"/>
              </a:ext>
            </a:extLst>
          </p:cNvPr>
          <p:cNvSpPr txBox="1">
            <a:spLocks noChangeArrowheads="1"/>
          </p:cNvSpPr>
          <p:nvPr/>
        </p:nvSpPr>
        <p:spPr bwMode="auto">
          <a:xfrm>
            <a:off x="5060095" y="3633289"/>
            <a:ext cx="2074983" cy="230832"/>
          </a:xfrm>
          <a:prstGeom prst="rect">
            <a:avLst/>
          </a:prstGeom>
          <a:noFill/>
          <a:ln w="9525">
            <a:noFill/>
            <a:miter lim="800000"/>
            <a:headEnd/>
            <a:tailEnd/>
          </a:ln>
        </p:spPr>
        <p:txBody>
          <a:bodyPr wrap="square">
            <a:spAutoFit/>
          </a:bodyPr>
          <a:lstStyle/>
          <a:p>
            <a:r>
              <a:rPr lang="en-US" sz="900" dirty="0"/>
              <a:t>[no open positions] / Send Invoice</a:t>
            </a:r>
          </a:p>
        </p:txBody>
      </p:sp>
      <p:sp>
        <p:nvSpPr>
          <p:cNvPr id="29" name="TextBox 29">
            <a:extLst>
              <a:ext uri="{FF2B5EF4-FFF2-40B4-BE49-F238E27FC236}">
                <a16:creationId xmlns:a16="http://schemas.microsoft.com/office/drawing/2014/main" id="{8B4E2A4A-6D68-47D5-BF8E-BA48EFC3859E}"/>
              </a:ext>
            </a:extLst>
          </p:cNvPr>
          <p:cNvSpPr txBox="1">
            <a:spLocks noChangeArrowheads="1"/>
          </p:cNvSpPr>
          <p:nvPr/>
        </p:nvSpPr>
        <p:spPr bwMode="auto">
          <a:xfrm>
            <a:off x="5859711" y="2554081"/>
            <a:ext cx="1008152" cy="349702"/>
          </a:xfrm>
          <a:prstGeom prst="rect">
            <a:avLst/>
          </a:prstGeom>
          <a:noFill/>
          <a:ln w="9525">
            <a:noFill/>
            <a:miter lim="800000"/>
            <a:headEnd/>
            <a:tailEnd/>
          </a:ln>
        </p:spPr>
        <p:txBody>
          <a:bodyPr wrap="square" lIns="36000" tIns="36000" rIns="36000" bIns="36000">
            <a:spAutoFit/>
          </a:bodyPr>
          <a:lstStyle/>
          <a:p>
            <a:r>
              <a:rPr lang="en-US" sz="900" dirty="0"/>
              <a:t>[open positions] / Send Invoice</a:t>
            </a:r>
          </a:p>
        </p:txBody>
      </p:sp>
      <p:sp>
        <p:nvSpPr>
          <p:cNvPr id="30" name="AutoShape 5">
            <a:extLst>
              <a:ext uri="{FF2B5EF4-FFF2-40B4-BE49-F238E27FC236}">
                <a16:creationId xmlns:a16="http://schemas.microsoft.com/office/drawing/2014/main" id="{4149C8FA-0D95-4003-A3A9-D9B0D4CA3A69}"/>
              </a:ext>
            </a:extLst>
          </p:cNvPr>
          <p:cNvSpPr>
            <a:spLocks noChangeArrowheads="1"/>
          </p:cNvSpPr>
          <p:nvPr/>
        </p:nvSpPr>
        <p:spPr bwMode="auto">
          <a:xfrm>
            <a:off x="4635710" y="4498081"/>
            <a:ext cx="864000" cy="286775"/>
          </a:xfrm>
          <a:prstGeom prst="roundRect">
            <a:avLst>
              <a:gd name="adj" fmla="val 1079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Paid</a:t>
            </a:r>
          </a:p>
        </p:txBody>
      </p:sp>
      <p:sp>
        <p:nvSpPr>
          <p:cNvPr id="31" name="AutoShape 5">
            <a:extLst>
              <a:ext uri="{FF2B5EF4-FFF2-40B4-BE49-F238E27FC236}">
                <a16:creationId xmlns:a16="http://schemas.microsoft.com/office/drawing/2014/main" id="{88911592-9EFE-448E-B463-76B3F104BE93}"/>
              </a:ext>
            </a:extLst>
          </p:cNvPr>
          <p:cNvSpPr>
            <a:spLocks noChangeArrowheads="1"/>
          </p:cNvSpPr>
          <p:nvPr/>
        </p:nvSpPr>
        <p:spPr bwMode="auto">
          <a:xfrm>
            <a:off x="4635710" y="5218082"/>
            <a:ext cx="864063" cy="288000"/>
          </a:xfrm>
          <a:prstGeom prst="roundRect">
            <a:avLst>
              <a:gd name="adj" fmla="val 10790"/>
            </a:avLst>
          </a:prstGeom>
          <a:solidFill>
            <a:schemeClr val="bg1"/>
          </a:solidFill>
          <a:ln w="17780">
            <a:solidFill>
              <a:schemeClr val="tx1"/>
            </a:solidFill>
            <a:round/>
            <a:headEnd/>
            <a:tailEnd/>
          </a:ln>
        </p:spPr>
        <p:txBody>
          <a:bodyPr lIns="36000" tIns="36000" rIns="36000" bIns="36000" anchor="ctr"/>
          <a:lstStyle/>
          <a:p>
            <a:pPr algn="ctr">
              <a:buClrTx/>
              <a:buSzTx/>
              <a:buFontTx/>
              <a:buNone/>
            </a:pPr>
            <a:r>
              <a:rPr lang="en-US" sz="1000" dirty="0"/>
              <a:t>Closed</a:t>
            </a:r>
          </a:p>
        </p:txBody>
      </p:sp>
      <p:cxnSp>
        <p:nvCxnSpPr>
          <p:cNvPr id="32" name="AutoShape 114">
            <a:extLst>
              <a:ext uri="{FF2B5EF4-FFF2-40B4-BE49-F238E27FC236}">
                <a16:creationId xmlns:a16="http://schemas.microsoft.com/office/drawing/2014/main" id="{FAEAA4B1-70F4-4E73-B91A-5B9E7A8CAB92}"/>
              </a:ext>
            </a:extLst>
          </p:cNvPr>
          <p:cNvCxnSpPr>
            <a:cxnSpLocks noChangeShapeType="1"/>
            <a:stCxn id="30" idx="0"/>
            <a:endCxn id="20" idx="2"/>
          </p:cNvCxnSpPr>
          <p:nvPr/>
        </p:nvCxnSpPr>
        <p:spPr bwMode="auto">
          <a:xfrm flipV="1">
            <a:off x="5067710" y="4138081"/>
            <a:ext cx="0" cy="360000"/>
          </a:xfrm>
          <a:prstGeom prst="straightConnector1">
            <a:avLst/>
          </a:prstGeom>
          <a:noFill/>
          <a:ln w="8890">
            <a:solidFill>
              <a:schemeClr val="tx1"/>
            </a:solidFill>
            <a:round/>
            <a:headEnd type="triangle" w="med" len="med"/>
            <a:tailEnd/>
          </a:ln>
        </p:spPr>
      </p:cxnSp>
      <p:cxnSp>
        <p:nvCxnSpPr>
          <p:cNvPr id="33" name="AutoShape 114">
            <a:extLst>
              <a:ext uri="{FF2B5EF4-FFF2-40B4-BE49-F238E27FC236}">
                <a16:creationId xmlns:a16="http://schemas.microsoft.com/office/drawing/2014/main" id="{FC23F32D-40E6-45A1-8D90-9C777957C33C}"/>
              </a:ext>
            </a:extLst>
          </p:cNvPr>
          <p:cNvCxnSpPr>
            <a:cxnSpLocks noChangeShapeType="1"/>
            <a:stCxn id="31" idx="0"/>
            <a:endCxn id="30" idx="2"/>
          </p:cNvCxnSpPr>
          <p:nvPr/>
        </p:nvCxnSpPr>
        <p:spPr bwMode="auto">
          <a:xfrm flipH="1" flipV="1">
            <a:off x="5067710" y="4784856"/>
            <a:ext cx="32" cy="433226"/>
          </a:xfrm>
          <a:prstGeom prst="straightConnector1">
            <a:avLst/>
          </a:prstGeom>
          <a:noFill/>
          <a:ln w="8890">
            <a:solidFill>
              <a:schemeClr val="tx1"/>
            </a:solidFill>
            <a:round/>
            <a:headEnd type="triangle" w="med" len="med"/>
            <a:tailEnd/>
          </a:ln>
        </p:spPr>
      </p:cxnSp>
      <p:sp>
        <p:nvSpPr>
          <p:cNvPr id="34" name="TextBox 29">
            <a:extLst>
              <a:ext uri="{FF2B5EF4-FFF2-40B4-BE49-F238E27FC236}">
                <a16:creationId xmlns:a16="http://schemas.microsoft.com/office/drawing/2014/main" id="{DEEBFFC1-3F34-4590-BF88-7A7E79A9D2E7}"/>
              </a:ext>
            </a:extLst>
          </p:cNvPr>
          <p:cNvSpPr txBox="1">
            <a:spLocks noChangeArrowheads="1"/>
          </p:cNvSpPr>
          <p:nvPr/>
        </p:nvSpPr>
        <p:spPr bwMode="auto">
          <a:xfrm>
            <a:off x="5060095" y="4239956"/>
            <a:ext cx="1292469" cy="230832"/>
          </a:xfrm>
          <a:prstGeom prst="rect">
            <a:avLst/>
          </a:prstGeom>
          <a:noFill/>
          <a:ln w="9525">
            <a:noFill/>
            <a:miter lim="800000"/>
            <a:headEnd/>
            <a:tailEnd/>
          </a:ln>
        </p:spPr>
        <p:txBody>
          <a:bodyPr wrap="square">
            <a:spAutoFit/>
          </a:bodyPr>
          <a:lstStyle/>
          <a:p>
            <a:r>
              <a:rPr lang="en-US" sz="900" dirty="0"/>
              <a:t>Payment received</a:t>
            </a:r>
          </a:p>
        </p:txBody>
      </p:sp>
      <p:sp>
        <p:nvSpPr>
          <p:cNvPr id="35" name="TextBox 29">
            <a:extLst>
              <a:ext uri="{FF2B5EF4-FFF2-40B4-BE49-F238E27FC236}">
                <a16:creationId xmlns:a16="http://schemas.microsoft.com/office/drawing/2014/main" id="{F2BFA98C-E198-435B-8868-A0DA0E61ED88}"/>
              </a:ext>
            </a:extLst>
          </p:cNvPr>
          <p:cNvSpPr txBox="1">
            <a:spLocks noChangeArrowheads="1"/>
          </p:cNvSpPr>
          <p:nvPr/>
        </p:nvSpPr>
        <p:spPr bwMode="auto">
          <a:xfrm>
            <a:off x="5060095" y="4890587"/>
            <a:ext cx="1635369" cy="230832"/>
          </a:xfrm>
          <a:prstGeom prst="rect">
            <a:avLst/>
          </a:prstGeom>
          <a:noFill/>
          <a:ln w="9525">
            <a:noFill/>
            <a:miter lim="800000"/>
            <a:headEnd/>
            <a:tailEnd/>
          </a:ln>
        </p:spPr>
        <p:txBody>
          <a:bodyPr wrap="square">
            <a:spAutoFit/>
          </a:bodyPr>
          <a:lstStyle/>
          <a:p>
            <a:r>
              <a:rPr lang="en-US" sz="900" dirty="0"/>
              <a:t>Revocation period exceeded</a:t>
            </a:r>
          </a:p>
        </p:txBody>
      </p:sp>
      <p:cxnSp>
        <p:nvCxnSpPr>
          <p:cNvPr id="36" name="AutoShape 116">
            <a:extLst>
              <a:ext uri="{FF2B5EF4-FFF2-40B4-BE49-F238E27FC236}">
                <a16:creationId xmlns:a16="http://schemas.microsoft.com/office/drawing/2014/main" id="{CC5A288D-9089-4F0D-A8BB-16A931EA6D41}"/>
              </a:ext>
            </a:extLst>
          </p:cNvPr>
          <p:cNvCxnSpPr>
            <a:cxnSpLocks noChangeShapeType="1"/>
            <a:stCxn id="43" idx="2"/>
            <a:endCxn id="14" idx="1"/>
          </p:cNvCxnSpPr>
          <p:nvPr/>
        </p:nvCxnSpPr>
        <p:spPr bwMode="auto">
          <a:xfrm flipV="1">
            <a:off x="1755702" y="2985469"/>
            <a:ext cx="287945" cy="612"/>
          </a:xfrm>
          <a:prstGeom prst="straightConnector1">
            <a:avLst/>
          </a:prstGeom>
          <a:noFill/>
          <a:ln w="8890">
            <a:solidFill>
              <a:schemeClr val="tx1"/>
            </a:solidFill>
            <a:round/>
            <a:headEnd type="none" w="med" len="med"/>
            <a:tailEnd/>
          </a:ln>
        </p:spPr>
      </p:cxnSp>
      <p:cxnSp>
        <p:nvCxnSpPr>
          <p:cNvPr id="37" name="AutoShape 116">
            <a:extLst>
              <a:ext uri="{FF2B5EF4-FFF2-40B4-BE49-F238E27FC236}">
                <a16:creationId xmlns:a16="http://schemas.microsoft.com/office/drawing/2014/main" id="{8D0BEE84-F6C5-41D7-880A-44D708B8D881}"/>
              </a:ext>
            </a:extLst>
          </p:cNvPr>
          <p:cNvCxnSpPr>
            <a:cxnSpLocks noChangeShapeType="1"/>
            <a:stCxn id="42" idx="2"/>
            <a:endCxn id="13" idx="1"/>
          </p:cNvCxnSpPr>
          <p:nvPr/>
        </p:nvCxnSpPr>
        <p:spPr bwMode="auto">
          <a:xfrm>
            <a:off x="1755294" y="2265953"/>
            <a:ext cx="288353" cy="129"/>
          </a:xfrm>
          <a:prstGeom prst="straightConnector1">
            <a:avLst/>
          </a:prstGeom>
          <a:noFill/>
          <a:ln w="8890">
            <a:solidFill>
              <a:schemeClr val="tx1"/>
            </a:solidFill>
            <a:round/>
            <a:headEnd type="none" w="med" len="med"/>
            <a:tailEnd/>
          </a:ln>
        </p:spPr>
      </p:cxnSp>
      <p:cxnSp>
        <p:nvCxnSpPr>
          <p:cNvPr id="38" name="AutoShape 114">
            <a:extLst>
              <a:ext uri="{FF2B5EF4-FFF2-40B4-BE49-F238E27FC236}">
                <a16:creationId xmlns:a16="http://schemas.microsoft.com/office/drawing/2014/main" id="{2D863685-8A40-441E-9893-BDE2389CC438}"/>
              </a:ext>
            </a:extLst>
          </p:cNvPr>
          <p:cNvCxnSpPr>
            <a:cxnSpLocks noChangeShapeType="1"/>
            <a:stCxn id="15" idx="0"/>
            <a:endCxn id="43" idx="0"/>
          </p:cNvCxnSpPr>
          <p:nvPr/>
        </p:nvCxnSpPr>
        <p:spPr bwMode="auto">
          <a:xfrm flipV="1">
            <a:off x="1683470" y="3058089"/>
            <a:ext cx="224" cy="863991"/>
          </a:xfrm>
          <a:prstGeom prst="straightConnector1">
            <a:avLst/>
          </a:prstGeom>
          <a:noFill/>
          <a:ln w="8890">
            <a:solidFill>
              <a:schemeClr val="tx1"/>
            </a:solidFill>
            <a:round/>
            <a:headEnd type="triangle" w="med" len="med"/>
            <a:tailEnd/>
          </a:ln>
        </p:spPr>
      </p:cxnSp>
      <p:cxnSp>
        <p:nvCxnSpPr>
          <p:cNvPr id="39" name="AutoShape 34">
            <a:extLst>
              <a:ext uri="{FF2B5EF4-FFF2-40B4-BE49-F238E27FC236}">
                <a16:creationId xmlns:a16="http://schemas.microsoft.com/office/drawing/2014/main" id="{9FD281C3-79E3-4CFB-90F7-986A7340B738}"/>
              </a:ext>
            </a:extLst>
          </p:cNvPr>
          <p:cNvCxnSpPr>
            <a:cxnSpLocks noChangeShapeType="1"/>
            <a:stCxn id="41" idx="0"/>
            <a:endCxn id="47" idx="2"/>
          </p:cNvCxnSpPr>
          <p:nvPr/>
        </p:nvCxnSpPr>
        <p:spPr bwMode="auto">
          <a:xfrm flipH="1" flipV="1">
            <a:off x="6435814" y="5577573"/>
            <a:ext cx="432352" cy="160"/>
          </a:xfrm>
          <a:prstGeom prst="straightConnector1">
            <a:avLst/>
          </a:prstGeom>
          <a:noFill/>
          <a:ln w="8890">
            <a:solidFill>
              <a:schemeClr val="tx1"/>
            </a:solidFill>
            <a:round/>
            <a:headEnd type="none" w="med" len="med"/>
            <a:tailEnd type="none"/>
          </a:ln>
        </p:spPr>
      </p:cxnSp>
      <p:cxnSp>
        <p:nvCxnSpPr>
          <p:cNvPr id="40" name="AutoShape 35">
            <a:extLst>
              <a:ext uri="{FF2B5EF4-FFF2-40B4-BE49-F238E27FC236}">
                <a16:creationId xmlns:a16="http://schemas.microsoft.com/office/drawing/2014/main" id="{5F571B97-5E3A-47C1-8956-0C03EC8B1D6E}"/>
              </a:ext>
            </a:extLst>
          </p:cNvPr>
          <p:cNvCxnSpPr>
            <a:cxnSpLocks noChangeShapeType="1"/>
            <a:stCxn id="45" idx="0"/>
            <a:endCxn id="41" idx="2"/>
          </p:cNvCxnSpPr>
          <p:nvPr/>
        </p:nvCxnSpPr>
        <p:spPr bwMode="auto">
          <a:xfrm flipV="1">
            <a:off x="6939870" y="5649741"/>
            <a:ext cx="304" cy="359840"/>
          </a:xfrm>
          <a:prstGeom prst="straightConnector1">
            <a:avLst/>
          </a:prstGeom>
          <a:noFill/>
          <a:ln w="8890">
            <a:solidFill>
              <a:schemeClr val="tx1"/>
            </a:solidFill>
            <a:round/>
            <a:headEnd/>
            <a:tailEnd type="none"/>
          </a:ln>
        </p:spPr>
      </p:cxnSp>
      <p:sp>
        <p:nvSpPr>
          <p:cNvPr id="41" name="Arc 40">
            <a:extLst>
              <a:ext uri="{FF2B5EF4-FFF2-40B4-BE49-F238E27FC236}">
                <a16:creationId xmlns:a16="http://schemas.microsoft.com/office/drawing/2014/main" id="{298FD3D5-F92F-4ADD-9E2F-A09D1AFB8945}"/>
              </a:ext>
            </a:extLst>
          </p:cNvPr>
          <p:cNvSpPr/>
          <p:nvPr/>
        </p:nvSpPr>
        <p:spPr>
          <a:xfrm>
            <a:off x="6796158" y="557773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2" name="Arc 41">
            <a:extLst>
              <a:ext uri="{FF2B5EF4-FFF2-40B4-BE49-F238E27FC236}">
                <a16:creationId xmlns:a16="http://schemas.microsoft.com/office/drawing/2014/main" id="{BC03671A-CFB0-45CC-B802-164538B71AAB}"/>
              </a:ext>
            </a:extLst>
          </p:cNvPr>
          <p:cNvSpPr/>
          <p:nvPr/>
        </p:nvSpPr>
        <p:spPr>
          <a:xfrm rot="16200000">
            <a:off x="1683286" y="226595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3" name="Arc 42">
            <a:extLst>
              <a:ext uri="{FF2B5EF4-FFF2-40B4-BE49-F238E27FC236}">
                <a16:creationId xmlns:a16="http://schemas.microsoft.com/office/drawing/2014/main" id="{6A11249C-02F4-43B3-B55B-3C3C94C0C73A}"/>
              </a:ext>
            </a:extLst>
          </p:cNvPr>
          <p:cNvSpPr/>
          <p:nvPr/>
        </p:nvSpPr>
        <p:spPr>
          <a:xfrm rot="16200000">
            <a:off x="1683694" y="298608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44" name="AutoShape 114">
            <a:extLst>
              <a:ext uri="{FF2B5EF4-FFF2-40B4-BE49-F238E27FC236}">
                <a16:creationId xmlns:a16="http://schemas.microsoft.com/office/drawing/2014/main" id="{F3F4995F-47CC-4A7D-A9E1-C21E5C359C96}"/>
              </a:ext>
            </a:extLst>
          </p:cNvPr>
          <p:cNvCxnSpPr>
            <a:cxnSpLocks noChangeShapeType="1"/>
            <a:stCxn id="43" idx="0"/>
            <a:endCxn id="42" idx="0"/>
          </p:cNvCxnSpPr>
          <p:nvPr/>
        </p:nvCxnSpPr>
        <p:spPr bwMode="auto">
          <a:xfrm flipH="1" flipV="1">
            <a:off x="1683286" y="2337961"/>
            <a:ext cx="408" cy="720128"/>
          </a:xfrm>
          <a:prstGeom prst="straightConnector1">
            <a:avLst/>
          </a:prstGeom>
          <a:noFill/>
          <a:ln w="8890">
            <a:solidFill>
              <a:schemeClr val="tx1"/>
            </a:solidFill>
            <a:round/>
            <a:headEnd type="none" w="med" len="med"/>
            <a:tailEnd/>
          </a:ln>
        </p:spPr>
      </p:cxnSp>
      <p:sp>
        <p:nvSpPr>
          <p:cNvPr id="45" name="Arc 44">
            <a:extLst>
              <a:ext uri="{FF2B5EF4-FFF2-40B4-BE49-F238E27FC236}">
                <a16:creationId xmlns:a16="http://schemas.microsoft.com/office/drawing/2014/main" id="{12EB9729-3848-4579-9643-B622B8E8B595}"/>
              </a:ext>
            </a:extLst>
          </p:cNvPr>
          <p:cNvSpPr/>
          <p:nvPr/>
        </p:nvSpPr>
        <p:spPr>
          <a:xfrm rot="5400000">
            <a:off x="6795854" y="593757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46" name="AutoShape 34">
            <a:extLst>
              <a:ext uri="{FF2B5EF4-FFF2-40B4-BE49-F238E27FC236}">
                <a16:creationId xmlns:a16="http://schemas.microsoft.com/office/drawing/2014/main" id="{C327A5D9-63AF-4D17-A97E-558515EA64CA}"/>
              </a:ext>
            </a:extLst>
          </p:cNvPr>
          <p:cNvCxnSpPr>
            <a:cxnSpLocks noChangeShapeType="1"/>
            <a:endCxn id="45" idx="2"/>
          </p:cNvCxnSpPr>
          <p:nvPr/>
        </p:nvCxnSpPr>
        <p:spPr bwMode="auto">
          <a:xfrm>
            <a:off x="6435854" y="6081573"/>
            <a:ext cx="432008" cy="16"/>
          </a:xfrm>
          <a:prstGeom prst="straightConnector1">
            <a:avLst/>
          </a:prstGeom>
          <a:noFill/>
          <a:ln w="8890">
            <a:solidFill>
              <a:schemeClr val="tx1"/>
            </a:solidFill>
            <a:round/>
            <a:headEnd type="none" w="med" len="med"/>
            <a:tailEnd type="none"/>
          </a:ln>
        </p:spPr>
      </p:cxnSp>
      <p:sp>
        <p:nvSpPr>
          <p:cNvPr id="47" name="Arc 46">
            <a:extLst>
              <a:ext uri="{FF2B5EF4-FFF2-40B4-BE49-F238E27FC236}">
                <a16:creationId xmlns:a16="http://schemas.microsoft.com/office/drawing/2014/main" id="{EE99E2FE-EA7A-4123-9C91-EE98089B821C}"/>
              </a:ext>
            </a:extLst>
          </p:cNvPr>
          <p:cNvSpPr/>
          <p:nvPr/>
        </p:nvSpPr>
        <p:spPr>
          <a:xfrm rot="16200000">
            <a:off x="6363806" y="557757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48" name="AutoShape 114">
            <a:extLst>
              <a:ext uri="{FF2B5EF4-FFF2-40B4-BE49-F238E27FC236}">
                <a16:creationId xmlns:a16="http://schemas.microsoft.com/office/drawing/2014/main" id="{0F3B71F6-7A48-4832-9451-37C0037F5758}"/>
              </a:ext>
            </a:extLst>
          </p:cNvPr>
          <p:cNvCxnSpPr>
            <a:cxnSpLocks noChangeShapeType="1"/>
            <a:endCxn id="47" idx="0"/>
          </p:cNvCxnSpPr>
          <p:nvPr/>
        </p:nvCxnSpPr>
        <p:spPr bwMode="auto">
          <a:xfrm flipV="1">
            <a:off x="6363806" y="5649581"/>
            <a:ext cx="0" cy="215992"/>
          </a:xfrm>
          <a:prstGeom prst="straightConnector1">
            <a:avLst/>
          </a:prstGeom>
          <a:noFill/>
          <a:ln w="8890">
            <a:solidFill>
              <a:schemeClr val="tx1"/>
            </a:solidFill>
            <a:round/>
            <a:headEnd type="triangle" w="med" len="med"/>
            <a:tailEnd/>
          </a:ln>
        </p:spPr>
      </p:cxnSp>
      <p:cxnSp>
        <p:nvCxnSpPr>
          <p:cNvPr id="49" name="AutoShape 34">
            <a:extLst>
              <a:ext uri="{FF2B5EF4-FFF2-40B4-BE49-F238E27FC236}">
                <a16:creationId xmlns:a16="http://schemas.microsoft.com/office/drawing/2014/main" id="{B6786E8B-B8E0-4E22-AAF6-26E1F1148EED}"/>
              </a:ext>
            </a:extLst>
          </p:cNvPr>
          <p:cNvCxnSpPr>
            <a:cxnSpLocks noChangeShapeType="1"/>
            <a:stCxn id="51" idx="0"/>
            <a:endCxn id="54" idx="2"/>
          </p:cNvCxnSpPr>
          <p:nvPr/>
        </p:nvCxnSpPr>
        <p:spPr bwMode="auto">
          <a:xfrm flipH="1" flipV="1">
            <a:off x="5139398" y="2481905"/>
            <a:ext cx="648304" cy="160"/>
          </a:xfrm>
          <a:prstGeom prst="straightConnector1">
            <a:avLst/>
          </a:prstGeom>
          <a:noFill/>
          <a:ln w="8890">
            <a:solidFill>
              <a:schemeClr val="tx1"/>
            </a:solidFill>
            <a:round/>
            <a:headEnd type="none" w="med" len="med"/>
            <a:tailEnd/>
          </a:ln>
        </p:spPr>
      </p:cxnSp>
      <p:cxnSp>
        <p:nvCxnSpPr>
          <p:cNvPr id="50" name="AutoShape 35">
            <a:extLst>
              <a:ext uri="{FF2B5EF4-FFF2-40B4-BE49-F238E27FC236}">
                <a16:creationId xmlns:a16="http://schemas.microsoft.com/office/drawing/2014/main" id="{6F8814E5-F486-4A0A-AFDF-5FE3FD4213BC}"/>
              </a:ext>
            </a:extLst>
          </p:cNvPr>
          <p:cNvCxnSpPr>
            <a:cxnSpLocks noChangeShapeType="1"/>
            <a:stCxn id="51" idx="2"/>
            <a:endCxn id="52" idx="0"/>
          </p:cNvCxnSpPr>
          <p:nvPr/>
        </p:nvCxnSpPr>
        <p:spPr bwMode="auto">
          <a:xfrm>
            <a:off x="5859710" y="2554073"/>
            <a:ext cx="16" cy="864016"/>
          </a:xfrm>
          <a:prstGeom prst="straightConnector1">
            <a:avLst/>
          </a:prstGeom>
          <a:noFill/>
          <a:ln w="8890">
            <a:solidFill>
              <a:schemeClr val="tx1"/>
            </a:solidFill>
            <a:round/>
            <a:headEnd/>
            <a:tailEnd/>
          </a:ln>
        </p:spPr>
      </p:cxnSp>
      <p:sp>
        <p:nvSpPr>
          <p:cNvPr id="51" name="Arc 50">
            <a:extLst>
              <a:ext uri="{FF2B5EF4-FFF2-40B4-BE49-F238E27FC236}">
                <a16:creationId xmlns:a16="http://schemas.microsoft.com/office/drawing/2014/main" id="{C36C1D29-856F-49CE-B835-7622FF333FF0}"/>
              </a:ext>
            </a:extLst>
          </p:cNvPr>
          <p:cNvSpPr/>
          <p:nvPr/>
        </p:nvSpPr>
        <p:spPr>
          <a:xfrm>
            <a:off x="5715694" y="2482065"/>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2" name="Arc 51">
            <a:extLst>
              <a:ext uri="{FF2B5EF4-FFF2-40B4-BE49-F238E27FC236}">
                <a16:creationId xmlns:a16="http://schemas.microsoft.com/office/drawing/2014/main" id="{A280DE21-DA3D-4C84-8C0F-E27A333F45EB}"/>
              </a:ext>
            </a:extLst>
          </p:cNvPr>
          <p:cNvSpPr/>
          <p:nvPr/>
        </p:nvSpPr>
        <p:spPr>
          <a:xfrm rot="5400000">
            <a:off x="5715710" y="334608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53" name="AutoShape 34">
            <a:extLst>
              <a:ext uri="{FF2B5EF4-FFF2-40B4-BE49-F238E27FC236}">
                <a16:creationId xmlns:a16="http://schemas.microsoft.com/office/drawing/2014/main" id="{ED98D8F1-2247-4364-889D-3509E7B88DB3}"/>
              </a:ext>
            </a:extLst>
          </p:cNvPr>
          <p:cNvCxnSpPr>
            <a:cxnSpLocks noChangeShapeType="1"/>
            <a:stCxn id="23" idx="3"/>
            <a:endCxn id="52" idx="2"/>
          </p:cNvCxnSpPr>
          <p:nvPr/>
        </p:nvCxnSpPr>
        <p:spPr bwMode="auto">
          <a:xfrm flipV="1">
            <a:off x="5139910" y="3490097"/>
            <a:ext cx="647808" cy="216"/>
          </a:xfrm>
          <a:prstGeom prst="straightConnector1">
            <a:avLst/>
          </a:prstGeom>
          <a:noFill/>
          <a:ln w="8890">
            <a:solidFill>
              <a:schemeClr val="tx1"/>
            </a:solidFill>
            <a:round/>
            <a:headEnd type="none" w="med" len="med"/>
            <a:tailEnd/>
          </a:ln>
        </p:spPr>
      </p:cxnSp>
      <p:sp>
        <p:nvSpPr>
          <p:cNvPr id="54" name="Arc 53">
            <a:extLst>
              <a:ext uri="{FF2B5EF4-FFF2-40B4-BE49-F238E27FC236}">
                <a16:creationId xmlns:a16="http://schemas.microsoft.com/office/drawing/2014/main" id="{984C5CD1-8B7B-47FC-B9BA-DA7956D58C94}"/>
              </a:ext>
            </a:extLst>
          </p:cNvPr>
          <p:cNvSpPr/>
          <p:nvPr/>
        </p:nvSpPr>
        <p:spPr>
          <a:xfrm rot="16200000">
            <a:off x="5067390" y="2481905"/>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55" name="AutoShape 114">
            <a:extLst>
              <a:ext uri="{FF2B5EF4-FFF2-40B4-BE49-F238E27FC236}">
                <a16:creationId xmlns:a16="http://schemas.microsoft.com/office/drawing/2014/main" id="{4FDBCD05-42CF-4BBB-9143-18289A97A3C5}"/>
              </a:ext>
            </a:extLst>
          </p:cNvPr>
          <p:cNvCxnSpPr>
            <a:cxnSpLocks noChangeShapeType="1"/>
            <a:stCxn id="19" idx="0"/>
            <a:endCxn id="54" idx="0"/>
          </p:cNvCxnSpPr>
          <p:nvPr/>
        </p:nvCxnSpPr>
        <p:spPr bwMode="auto">
          <a:xfrm flipH="1" flipV="1">
            <a:off x="5067390" y="2553913"/>
            <a:ext cx="320" cy="288168"/>
          </a:xfrm>
          <a:prstGeom prst="straightConnector1">
            <a:avLst/>
          </a:prstGeom>
          <a:noFill/>
          <a:ln w="8890">
            <a:solidFill>
              <a:schemeClr val="tx1"/>
            </a:solidFill>
            <a:round/>
            <a:headEnd type="triangle" w="med" len="med"/>
            <a:tailEnd/>
          </a:ln>
        </p:spPr>
      </p:cxnSp>
      <p:sp>
        <p:nvSpPr>
          <p:cNvPr id="56" name="Arc 55">
            <a:extLst>
              <a:ext uri="{FF2B5EF4-FFF2-40B4-BE49-F238E27FC236}">
                <a16:creationId xmlns:a16="http://schemas.microsoft.com/office/drawing/2014/main" id="{AEDCFDB1-6BCD-4996-BD2A-D23CB3A47281}"/>
              </a:ext>
            </a:extLst>
          </p:cNvPr>
          <p:cNvSpPr/>
          <p:nvPr/>
        </p:nvSpPr>
        <p:spPr>
          <a:xfrm rot="10800000">
            <a:off x="2475710" y="3850081"/>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cxnSp>
        <p:nvCxnSpPr>
          <p:cNvPr id="57" name="AutoShape 35">
            <a:extLst>
              <a:ext uri="{FF2B5EF4-FFF2-40B4-BE49-F238E27FC236}">
                <a16:creationId xmlns:a16="http://schemas.microsoft.com/office/drawing/2014/main" id="{8D60764E-9F5B-4B14-BED0-E4D13FD4C5C8}"/>
              </a:ext>
            </a:extLst>
          </p:cNvPr>
          <p:cNvCxnSpPr>
            <a:cxnSpLocks noChangeShapeType="1"/>
            <a:stCxn id="14" idx="2"/>
            <a:endCxn id="56" idx="2"/>
          </p:cNvCxnSpPr>
          <p:nvPr/>
        </p:nvCxnSpPr>
        <p:spPr bwMode="auto">
          <a:xfrm>
            <a:off x="2475679" y="3128856"/>
            <a:ext cx="31" cy="793233"/>
          </a:xfrm>
          <a:prstGeom prst="straightConnector1">
            <a:avLst/>
          </a:prstGeom>
          <a:noFill/>
          <a:ln w="8890">
            <a:solidFill>
              <a:schemeClr val="tx1"/>
            </a:solidFill>
            <a:round/>
            <a:headEnd/>
            <a:tailEnd type="none"/>
          </a:ln>
        </p:spPr>
      </p:cxnSp>
      <p:cxnSp>
        <p:nvCxnSpPr>
          <p:cNvPr id="58" name="AutoShape 115">
            <a:extLst>
              <a:ext uri="{FF2B5EF4-FFF2-40B4-BE49-F238E27FC236}">
                <a16:creationId xmlns:a16="http://schemas.microsoft.com/office/drawing/2014/main" id="{70FFEF87-C04E-412C-A336-F3BAD549B92C}"/>
              </a:ext>
            </a:extLst>
          </p:cNvPr>
          <p:cNvCxnSpPr>
            <a:cxnSpLocks noChangeShapeType="1"/>
            <a:stCxn id="56" idx="0"/>
            <a:endCxn id="20" idx="1"/>
          </p:cNvCxnSpPr>
          <p:nvPr/>
        </p:nvCxnSpPr>
        <p:spPr bwMode="auto">
          <a:xfrm flipV="1">
            <a:off x="2547718" y="3994081"/>
            <a:ext cx="2087992" cy="16"/>
          </a:xfrm>
          <a:prstGeom prst="straightConnector1">
            <a:avLst/>
          </a:prstGeom>
          <a:noFill/>
          <a:ln w="8890">
            <a:solidFill>
              <a:schemeClr val="tx1"/>
            </a:solidFill>
            <a:round/>
            <a:headEnd/>
            <a:tailEnd type="triangle" w="med" len="med"/>
          </a:ln>
        </p:spPr>
      </p:cxnSp>
      <p:grpSp>
        <p:nvGrpSpPr>
          <p:cNvPr id="59" name="Group 58">
            <a:extLst>
              <a:ext uri="{FF2B5EF4-FFF2-40B4-BE49-F238E27FC236}">
                <a16:creationId xmlns:a16="http://schemas.microsoft.com/office/drawing/2014/main" id="{1413D446-15E6-401B-9B0B-4155E58C267D}"/>
              </a:ext>
            </a:extLst>
          </p:cNvPr>
          <p:cNvGrpSpPr/>
          <p:nvPr/>
        </p:nvGrpSpPr>
        <p:grpSpPr>
          <a:xfrm>
            <a:off x="4923710" y="5506081"/>
            <a:ext cx="288000" cy="360000"/>
            <a:chOff x="2844000" y="5949000"/>
            <a:chExt cx="288000" cy="360000"/>
          </a:xfrm>
        </p:grpSpPr>
        <p:cxnSp>
          <p:nvCxnSpPr>
            <p:cNvPr id="60" name="Straight Connector 59">
              <a:extLst>
                <a:ext uri="{FF2B5EF4-FFF2-40B4-BE49-F238E27FC236}">
                  <a16:creationId xmlns:a16="http://schemas.microsoft.com/office/drawing/2014/main" id="{F4964DF6-879A-4967-AF4C-3CEFB2AF19F6}"/>
                </a:ext>
              </a:extLst>
            </p:cNvPr>
            <p:cNvCxnSpPr/>
            <p:nvPr/>
          </p:nvCxnSpPr>
          <p:spPr>
            <a:xfrm>
              <a:off x="2844000" y="6093000"/>
              <a:ext cx="288000" cy="0"/>
            </a:xfrm>
            <a:prstGeom prst="line">
              <a:avLst/>
            </a:prstGeom>
            <a:ln w="0">
              <a:noFill/>
            </a:ln>
          </p:spPr>
          <p:style>
            <a:lnRef idx="1">
              <a:schemeClr val="accent1"/>
            </a:lnRef>
            <a:fillRef idx="0">
              <a:schemeClr val="accent1"/>
            </a:fillRef>
            <a:effectRef idx="0">
              <a:schemeClr val="accent1"/>
            </a:effectRef>
            <a:fontRef idx="minor">
              <a:schemeClr val="tx1"/>
            </a:fontRef>
          </p:style>
        </p:cxnSp>
        <p:cxnSp>
          <p:nvCxnSpPr>
            <p:cNvPr id="61" name="AutoShape 114">
              <a:extLst>
                <a:ext uri="{FF2B5EF4-FFF2-40B4-BE49-F238E27FC236}">
                  <a16:creationId xmlns:a16="http://schemas.microsoft.com/office/drawing/2014/main" id="{883EBBAF-2A42-4864-8BB1-CB88C493B1F7}"/>
                </a:ext>
              </a:extLst>
            </p:cNvPr>
            <p:cNvCxnSpPr>
              <a:cxnSpLocks noChangeShapeType="1"/>
            </p:cNvCxnSpPr>
            <p:nvPr/>
          </p:nvCxnSpPr>
          <p:spPr bwMode="auto">
            <a:xfrm flipV="1">
              <a:off x="2987207" y="5949000"/>
              <a:ext cx="1586" cy="144087"/>
            </a:xfrm>
            <a:prstGeom prst="straightConnector1">
              <a:avLst/>
            </a:prstGeom>
            <a:noFill/>
            <a:ln w="8890">
              <a:solidFill>
                <a:schemeClr val="tx1"/>
              </a:solidFill>
              <a:round/>
              <a:headEnd type="triangle" w="med" len="med"/>
              <a:tailEnd/>
            </a:ln>
          </p:spPr>
        </p:cxnSp>
        <p:sp>
          <p:nvSpPr>
            <p:cNvPr id="62" name="Oval 61">
              <a:extLst>
                <a:ext uri="{FF2B5EF4-FFF2-40B4-BE49-F238E27FC236}">
                  <a16:creationId xmlns:a16="http://schemas.microsoft.com/office/drawing/2014/main" id="{F38264E1-F329-4528-8B1C-DDE9C16B1DDE}"/>
                </a:ext>
              </a:extLst>
            </p:cNvPr>
            <p:cNvSpPr/>
            <p:nvPr/>
          </p:nvSpPr>
          <p:spPr bwMode="gray">
            <a:xfrm>
              <a:off x="2880000" y="6093000"/>
              <a:ext cx="216000" cy="216000"/>
            </a:xfrm>
            <a:prstGeom prst="ellipse">
              <a:avLst/>
            </a:prstGeom>
            <a:solidFill>
              <a:schemeClr val="bg1"/>
            </a:solidFill>
            <a:ln w="17780" algn="ctr">
              <a:solidFill>
                <a:schemeClr val="tx1"/>
              </a:solidFill>
              <a:round/>
              <a:headEnd/>
              <a:tailEnd/>
            </a:ln>
          </p:spPr>
          <p:txBody>
            <a:bodyPr lIns="90000" tIns="46800" rIns="90000" bIns="46800" anchor="ctr"/>
            <a:lstStyle/>
            <a:p>
              <a:endParaRPr lang="de-DE" dirty="0"/>
            </a:p>
          </p:txBody>
        </p:sp>
        <p:sp>
          <p:nvSpPr>
            <p:cNvPr id="63" name="Oval 62">
              <a:extLst>
                <a:ext uri="{FF2B5EF4-FFF2-40B4-BE49-F238E27FC236}">
                  <a16:creationId xmlns:a16="http://schemas.microsoft.com/office/drawing/2014/main" id="{77AA624E-9710-47A9-A3AD-AB40F51C74D2}"/>
                </a:ext>
              </a:extLst>
            </p:cNvPr>
            <p:cNvSpPr/>
            <p:nvPr/>
          </p:nvSpPr>
          <p:spPr bwMode="gray">
            <a:xfrm>
              <a:off x="2934000" y="6147000"/>
              <a:ext cx="108000" cy="108000"/>
            </a:xfrm>
            <a:prstGeom prst="ellipse">
              <a:avLst/>
            </a:prstGeom>
            <a:solidFill>
              <a:schemeClr val="tx1"/>
            </a:solidFill>
            <a:ln w="17780" algn="ctr">
              <a:noFill/>
              <a:round/>
              <a:headEnd/>
              <a:tailEnd/>
            </a:ln>
          </p:spPr>
          <p:txBody>
            <a:bodyPr lIns="90000" tIns="46800" rIns="90000" bIns="46800" anchor="ctr"/>
            <a:lstStyle/>
            <a:p>
              <a:endParaRPr lang="de-DE" dirty="0"/>
            </a:p>
          </p:txBody>
        </p:sp>
      </p:grpSp>
      <p:grpSp>
        <p:nvGrpSpPr>
          <p:cNvPr id="64" name="Group 63">
            <a:extLst>
              <a:ext uri="{FF2B5EF4-FFF2-40B4-BE49-F238E27FC236}">
                <a16:creationId xmlns:a16="http://schemas.microsoft.com/office/drawing/2014/main" id="{AF03036A-37DE-4E85-9B05-F7549B368D8D}"/>
              </a:ext>
            </a:extLst>
          </p:cNvPr>
          <p:cNvGrpSpPr/>
          <p:nvPr/>
        </p:nvGrpSpPr>
        <p:grpSpPr>
          <a:xfrm>
            <a:off x="1539710" y="4210081"/>
            <a:ext cx="288000" cy="360000"/>
            <a:chOff x="2844000" y="5949000"/>
            <a:chExt cx="288000" cy="360000"/>
          </a:xfrm>
        </p:grpSpPr>
        <p:cxnSp>
          <p:nvCxnSpPr>
            <p:cNvPr id="65" name="Straight Connector 64">
              <a:extLst>
                <a:ext uri="{FF2B5EF4-FFF2-40B4-BE49-F238E27FC236}">
                  <a16:creationId xmlns:a16="http://schemas.microsoft.com/office/drawing/2014/main" id="{36B6830D-DC06-4347-9844-19145FD66D60}"/>
                </a:ext>
              </a:extLst>
            </p:cNvPr>
            <p:cNvCxnSpPr/>
            <p:nvPr/>
          </p:nvCxnSpPr>
          <p:spPr>
            <a:xfrm>
              <a:off x="2844000" y="6093000"/>
              <a:ext cx="288000" cy="0"/>
            </a:xfrm>
            <a:prstGeom prst="line">
              <a:avLst/>
            </a:prstGeom>
            <a:ln w="0">
              <a:noFill/>
            </a:ln>
          </p:spPr>
          <p:style>
            <a:lnRef idx="1">
              <a:schemeClr val="accent1"/>
            </a:lnRef>
            <a:fillRef idx="0">
              <a:schemeClr val="accent1"/>
            </a:fillRef>
            <a:effectRef idx="0">
              <a:schemeClr val="accent1"/>
            </a:effectRef>
            <a:fontRef idx="minor">
              <a:schemeClr val="tx1"/>
            </a:fontRef>
          </p:style>
        </p:cxnSp>
        <p:cxnSp>
          <p:nvCxnSpPr>
            <p:cNvPr id="66" name="AutoShape 114">
              <a:extLst>
                <a:ext uri="{FF2B5EF4-FFF2-40B4-BE49-F238E27FC236}">
                  <a16:creationId xmlns:a16="http://schemas.microsoft.com/office/drawing/2014/main" id="{545A84A8-C62E-4835-B121-65B53635F645}"/>
                </a:ext>
              </a:extLst>
            </p:cNvPr>
            <p:cNvCxnSpPr>
              <a:cxnSpLocks noChangeShapeType="1"/>
            </p:cNvCxnSpPr>
            <p:nvPr/>
          </p:nvCxnSpPr>
          <p:spPr bwMode="auto">
            <a:xfrm flipV="1">
              <a:off x="2987207" y="5949000"/>
              <a:ext cx="1586" cy="144087"/>
            </a:xfrm>
            <a:prstGeom prst="straightConnector1">
              <a:avLst/>
            </a:prstGeom>
            <a:noFill/>
            <a:ln w="8890">
              <a:solidFill>
                <a:schemeClr val="tx1"/>
              </a:solidFill>
              <a:round/>
              <a:headEnd type="triangle" w="med" len="med"/>
              <a:tailEnd/>
            </a:ln>
          </p:spPr>
        </p:cxnSp>
        <p:sp>
          <p:nvSpPr>
            <p:cNvPr id="67" name="Oval 66">
              <a:extLst>
                <a:ext uri="{FF2B5EF4-FFF2-40B4-BE49-F238E27FC236}">
                  <a16:creationId xmlns:a16="http://schemas.microsoft.com/office/drawing/2014/main" id="{438FF7B2-43CA-42B0-A5B6-CA9A8E4A9DAC}"/>
                </a:ext>
              </a:extLst>
            </p:cNvPr>
            <p:cNvSpPr/>
            <p:nvPr/>
          </p:nvSpPr>
          <p:spPr bwMode="gray">
            <a:xfrm>
              <a:off x="2880000" y="6093000"/>
              <a:ext cx="216000" cy="216000"/>
            </a:xfrm>
            <a:prstGeom prst="ellipse">
              <a:avLst/>
            </a:prstGeom>
            <a:solidFill>
              <a:schemeClr val="bg1"/>
            </a:solidFill>
            <a:ln w="17780" algn="ctr">
              <a:solidFill>
                <a:schemeClr val="tx1"/>
              </a:solidFill>
              <a:round/>
              <a:headEnd/>
              <a:tailEnd/>
            </a:ln>
          </p:spPr>
          <p:txBody>
            <a:bodyPr lIns="90000" tIns="46800" rIns="90000" bIns="46800" anchor="ctr"/>
            <a:lstStyle/>
            <a:p>
              <a:endParaRPr lang="de-DE" dirty="0"/>
            </a:p>
          </p:txBody>
        </p:sp>
        <p:sp>
          <p:nvSpPr>
            <p:cNvPr id="68" name="Oval 67">
              <a:extLst>
                <a:ext uri="{FF2B5EF4-FFF2-40B4-BE49-F238E27FC236}">
                  <a16:creationId xmlns:a16="http://schemas.microsoft.com/office/drawing/2014/main" id="{D4CE5FFF-AE4E-4318-9613-CDF270AB6C1C}"/>
                </a:ext>
              </a:extLst>
            </p:cNvPr>
            <p:cNvSpPr/>
            <p:nvPr/>
          </p:nvSpPr>
          <p:spPr bwMode="gray">
            <a:xfrm>
              <a:off x="2934000" y="6147000"/>
              <a:ext cx="108000" cy="108000"/>
            </a:xfrm>
            <a:prstGeom prst="ellipse">
              <a:avLst/>
            </a:prstGeom>
            <a:solidFill>
              <a:schemeClr val="tx1"/>
            </a:solidFill>
            <a:ln w="17780" algn="ctr">
              <a:noFill/>
              <a:round/>
              <a:headEnd/>
              <a:tailEnd/>
            </a:ln>
          </p:spPr>
          <p:txBody>
            <a:bodyPr lIns="90000" tIns="46800" rIns="90000" bIns="46800" anchor="ctr"/>
            <a:lstStyle/>
            <a:p>
              <a:endParaRPr lang="de-DE" dirty="0"/>
            </a:p>
          </p:txBody>
        </p:sp>
      </p:grpSp>
      <p:grpSp>
        <p:nvGrpSpPr>
          <p:cNvPr id="69" name="Group 68">
            <a:extLst>
              <a:ext uri="{FF2B5EF4-FFF2-40B4-BE49-F238E27FC236}">
                <a16:creationId xmlns:a16="http://schemas.microsoft.com/office/drawing/2014/main" id="{7B093022-ACA7-48F7-960B-997DF0C4C1EA}"/>
              </a:ext>
            </a:extLst>
          </p:cNvPr>
          <p:cNvGrpSpPr/>
          <p:nvPr/>
        </p:nvGrpSpPr>
        <p:grpSpPr>
          <a:xfrm>
            <a:off x="8667990" y="1689084"/>
            <a:ext cx="288000" cy="360000"/>
            <a:chOff x="2844000" y="5949000"/>
            <a:chExt cx="288000" cy="360000"/>
          </a:xfrm>
        </p:grpSpPr>
        <p:cxnSp>
          <p:nvCxnSpPr>
            <p:cNvPr id="70" name="Straight Connector 69">
              <a:extLst>
                <a:ext uri="{FF2B5EF4-FFF2-40B4-BE49-F238E27FC236}">
                  <a16:creationId xmlns:a16="http://schemas.microsoft.com/office/drawing/2014/main" id="{41D40AD7-4F56-4ECE-B4A9-57CEB3D7D030}"/>
                </a:ext>
              </a:extLst>
            </p:cNvPr>
            <p:cNvCxnSpPr/>
            <p:nvPr/>
          </p:nvCxnSpPr>
          <p:spPr>
            <a:xfrm>
              <a:off x="2844000" y="6093000"/>
              <a:ext cx="288000" cy="0"/>
            </a:xfrm>
            <a:prstGeom prst="line">
              <a:avLst/>
            </a:prstGeom>
            <a:ln w="0">
              <a:noFill/>
            </a:ln>
          </p:spPr>
          <p:style>
            <a:lnRef idx="1">
              <a:schemeClr val="accent1"/>
            </a:lnRef>
            <a:fillRef idx="0">
              <a:schemeClr val="accent1"/>
            </a:fillRef>
            <a:effectRef idx="0">
              <a:schemeClr val="accent1"/>
            </a:effectRef>
            <a:fontRef idx="minor">
              <a:schemeClr val="tx1"/>
            </a:fontRef>
          </p:style>
        </p:cxnSp>
        <p:cxnSp>
          <p:nvCxnSpPr>
            <p:cNvPr id="71" name="AutoShape 114">
              <a:extLst>
                <a:ext uri="{FF2B5EF4-FFF2-40B4-BE49-F238E27FC236}">
                  <a16:creationId xmlns:a16="http://schemas.microsoft.com/office/drawing/2014/main" id="{F618FFAE-9294-48D0-9591-BB0C532CF5AB}"/>
                </a:ext>
              </a:extLst>
            </p:cNvPr>
            <p:cNvCxnSpPr>
              <a:cxnSpLocks noChangeShapeType="1"/>
            </p:cNvCxnSpPr>
            <p:nvPr/>
          </p:nvCxnSpPr>
          <p:spPr bwMode="auto">
            <a:xfrm flipV="1">
              <a:off x="2987207" y="5949000"/>
              <a:ext cx="1586" cy="144087"/>
            </a:xfrm>
            <a:prstGeom prst="straightConnector1">
              <a:avLst/>
            </a:prstGeom>
            <a:noFill/>
            <a:ln w="8890">
              <a:solidFill>
                <a:schemeClr val="tx1"/>
              </a:solidFill>
              <a:round/>
              <a:headEnd type="triangle" w="med" len="med"/>
              <a:tailEnd/>
            </a:ln>
          </p:spPr>
        </p:cxnSp>
        <p:sp>
          <p:nvSpPr>
            <p:cNvPr id="72" name="Oval 71">
              <a:extLst>
                <a:ext uri="{FF2B5EF4-FFF2-40B4-BE49-F238E27FC236}">
                  <a16:creationId xmlns:a16="http://schemas.microsoft.com/office/drawing/2014/main" id="{73E33641-61CF-40A6-8B40-FFBC1E20E907}"/>
                </a:ext>
              </a:extLst>
            </p:cNvPr>
            <p:cNvSpPr/>
            <p:nvPr/>
          </p:nvSpPr>
          <p:spPr bwMode="gray">
            <a:xfrm>
              <a:off x="2880000" y="6093000"/>
              <a:ext cx="216000" cy="216000"/>
            </a:xfrm>
            <a:prstGeom prst="ellipse">
              <a:avLst/>
            </a:prstGeom>
            <a:solidFill>
              <a:schemeClr val="bg1"/>
            </a:solidFill>
            <a:ln w="17780" algn="ctr">
              <a:solidFill>
                <a:schemeClr val="tx1"/>
              </a:solidFill>
              <a:round/>
              <a:headEnd/>
              <a:tailEnd/>
            </a:ln>
          </p:spPr>
          <p:txBody>
            <a:bodyPr lIns="90000" tIns="46800" rIns="90000" bIns="46800" anchor="ctr"/>
            <a:lstStyle/>
            <a:p>
              <a:endParaRPr lang="de-DE" dirty="0"/>
            </a:p>
          </p:txBody>
        </p:sp>
        <p:sp>
          <p:nvSpPr>
            <p:cNvPr id="73" name="Oval 72">
              <a:extLst>
                <a:ext uri="{FF2B5EF4-FFF2-40B4-BE49-F238E27FC236}">
                  <a16:creationId xmlns:a16="http://schemas.microsoft.com/office/drawing/2014/main" id="{C75AEF5D-209A-40F6-919D-D33835C1A574}"/>
                </a:ext>
              </a:extLst>
            </p:cNvPr>
            <p:cNvSpPr/>
            <p:nvPr/>
          </p:nvSpPr>
          <p:spPr bwMode="gray">
            <a:xfrm>
              <a:off x="2934000" y="6147000"/>
              <a:ext cx="108000" cy="108000"/>
            </a:xfrm>
            <a:prstGeom prst="ellipse">
              <a:avLst/>
            </a:prstGeom>
            <a:solidFill>
              <a:schemeClr val="tx1"/>
            </a:solidFill>
            <a:ln w="17780" algn="ctr">
              <a:noFill/>
              <a:round/>
              <a:headEnd/>
              <a:tailEnd/>
            </a:ln>
          </p:spPr>
          <p:txBody>
            <a:bodyPr lIns="90000" tIns="46800" rIns="90000" bIns="46800" anchor="ctr"/>
            <a:lstStyle/>
            <a:p>
              <a:endParaRPr lang="de-DE" dirty="0"/>
            </a:p>
          </p:txBody>
        </p:sp>
      </p:grpSp>
      <p:sp>
        <p:nvSpPr>
          <p:cNvPr id="74" name="Arc 73">
            <a:extLst>
              <a:ext uri="{FF2B5EF4-FFF2-40B4-BE49-F238E27FC236}">
                <a16:creationId xmlns:a16="http://schemas.microsoft.com/office/drawing/2014/main" id="{08D8DFCF-D4BC-4B35-BB59-D6687304F2B7}"/>
              </a:ext>
            </a:extLst>
          </p:cNvPr>
          <p:cNvSpPr/>
          <p:nvPr/>
        </p:nvSpPr>
        <p:spPr>
          <a:xfrm rot="10800000">
            <a:off x="7515934" y="384938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
        <p:nvSpPr>
          <p:cNvPr id="75" name="Arc 74">
            <a:extLst>
              <a:ext uri="{FF2B5EF4-FFF2-40B4-BE49-F238E27FC236}">
                <a16:creationId xmlns:a16="http://schemas.microsoft.com/office/drawing/2014/main" id="{0AB76E98-1FE1-45FE-B986-3B59E5DD2FBF}"/>
              </a:ext>
            </a:extLst>
          </p:cNvPr>
          <p:cNvSpPr/>
          <p:nvPr/>
        </p:nvSpPr>
        <p:spPr>
          <a:xfrm>
            <a:off x="8091998" y="3993396"/>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76" name="AutoShape 114">
            <a:extLst>
              <a:ext uri="{FF2B5EF4-FFF2-40B4-BE49-F238E27FC236}">
                <a16:creationId xmlns:a16="http://schemas.microsoft.com/office/drawing/2014/main" id="{A118383F-F5D5-45A8-90EC-51ADBDD794BD}"/>
              </a:ext>
            </a:extLst>
          </p:cNvPr>
          <p:cNvCxnSpPr>
            <a:cxnSpLocks noChangeShapeType="1"/>
            <a:stCxn id="75" idx="2"/>
          </p:cNvCxnSpPr>
          <p:nvPr/>
        </p:nvCxnSpPr>
        <p:spPr bwMode="auto">
          <a:xfrm>
            <a:off x="8236014" y="4065404"/>
            <a:ext cx="0" cy="144016"/>
          </a:xfrm>
          <a:prstGeom prst="straightConnector1">
            <a:avLst/>
          </a:prstGeom>
          <a:noFill/>
          <a:ln w="8890">
            <a:solidFill>
              <a:schemeClr val="tx1"/>
            </a:solidFill>
            <a:round/>
            <a:headEnd type="none" w="med" len="med"/>
            <a:tailEnd type="triangle"/>
          </a:ln>
        </p:spPr>
      </p:cxnSp>
      <p:cxnSp>
        <p:nvCxnSpPr>
          <p:cNvPr id="77" name="AutoShape 66">
            <a:extLst>
              <a:ext uri="{FF2B5EF4-FFF2-40B4-BE49-F238E27FC236}">
                <a16:creationId xmlns:a16="http://schemas.microsoft.com/office/drawing/2014/main" id="{1114DA38-522B-4E46-8D5E-0BD82D340EF2}"/>
              </a:ext>
            </a:extLst>
          </p:cNvPr>
          <p:cNvCxnSpPr>
            <a:cxnSpLocks noChangeShapeType="1"/>
            <a:stCxn id="74" idx="0"/>
            <a:endCxn id="75" idx="0"/>
          </p:cNvCxnSpPr>
          <p:nvPr/>
        </p:nvCxnSpPr>
        <p:spPr bwMode="auto">
          <a:xfrm>
            <a:off x="7587942" y="3993396"/>
            <a:ext cx="576064" cy="0"/>
          </a:xfrm>
          <a:prstGeom prst="straightConnector1">
            <a:avLst/>
          </a:prstGeom>
          <a:noFill/>
          <a:ln w="8890">
            <a:solidFill>
              <a:schemeClr val="tx1"/>
            </a:solidFill>
            <a:round/>
            <a:headEnd type="none" w="med" len="med"/>
            <a:tailEnd/>
          </a:ln>
        </p:spPr>
      </p:cxnSp>
      <p:cxnSp>
        <p:nvCxnSpPr>
          <p:cNvPr id="78" name="AutoShape 114">
            <a:extLst>
              <a:ext uri="{FF2B5EF4-FFF2-40B4-BE49-F238E27FC236}">
                <a16:creationId xmlns:a16="http://schemas.microsoft.com/office/drawing/2014/main" id="{8F3C9DCC-DAA4-4328-9132-C9B7F640CC15}"/>
              </a:ext>
            </a:extLst>
          </p:cNvPr>
          <p:cNvCxnSpPr>
            <a:cxnSpLocks noChangeShapeType="1"/>
            <a:endCxn id="74" idx="2"/>
          </p:cNvCxnSpPr>
          <p:nvPr/>
        </p:nvCxnSpPr>
        <p:spPr bwMode="auto">
          <a:xfrm>
            <a:off x="7515934" y="3849364"/>
            <a:ext cx="0" cy="72024"/>
          </a:xfrm>
          <a:prstGeom prst="straightConnector1">
            <a:avLst/>
          </a:prstGeom>
          <a:noFill/>
          <a:ln w="8890">
            <a:solidFill>
              <a:schemeClr val="tx1"/>
            </a:solidFill>
            <a:round/>
            <a:headEnd type="none" w="med" len="med"/>
            <a:tailEnd/>
          </a:ln>
        </p:spPr>
      </p:cxnSp>
      <p:cxnSp>
        <p:nvCxnSpPr>
          <p:cNvPr id="79" name="AutoShape 66">
            <a:extLst>
              <a:ext uri="{FF2B5EF4-FFF2-40B4-BE49-F238E27FC236}">
                <a16:creationId xmlns:a16="http://schemas.microsoft.com/office/drawing/2014/main" id="{8E8C84C1-0EB5-49A6-B949-4D843EBE9C82}"/>
              </a:ext>
            </a:extLst>
          </p:cNvPr>
          <p:cNvCxnSpPr>
            <a:cxnSpLocks noChangeShapeType="1"/>
            <a:stCxn id="81" idx="2"/>
            <a:endCxn id="82" idx="2"/>
          </p:cNvCxnSpPr>
          <p:nvPr/>
        </p:nvCxnSpPr>
        <p:spPr bwMode="auto">
          <a:xfrm flipH="1">
            <a:off x="7587942" y="3345324"/>
            <a:ext cx="576064" cy="0"/>
          </a:xfrm>
          <a:prstGeom prst="straightConnector1">
            <a:avLst/>
          </a:prstGeom>
          <a:noFill/>
          <a:ln w="8890">
            <a:solidFill>
              <a:schemeClr val="tx1"/>
            </a:solidFill>
            <a:round/>
            <a:headEnd type="none" w="med" len="med"/>
            <a:tailEnd type="none"/>
          </a:ln>
        </p:spPr>
      </p:cxnSp>
      <p:cxnSp>
        <p:nvCxnSpPr>
          <p:cNvPr id="80" name="AutoShape 114">
            <a:extLst>
              <a:ext uri="{FF2B5EF4-FFF2-40B4-BE49-F238E27FC236}">
                <a16:creationId xmlns:a16="http://schemas.microsoft.com/office/drawing/2014/main" id="{A069EF29-3F54-4E27-864C-748E3212865B}"/>
              </a:ext>
            </a:extLst>
          </p:cNvPr>
          <p:cNvCxnSpPr>
            <a:cxnSpLocks noChangeShapeType="1"/>
          </p:cNvCxnSpPr>
          <p:nvPr/>
        </p:nvCxnSpPr>
        <p:spPr bwMode="auto">
          <a:xfrm>
            <a:off x="8236014" y="3201308"/>
            <a:ext cx="0" cy="72024"/>
          </a:xfrm>
          <a:prstGeom prst="straightConnector1">
            <a:avLst/>
          </a:prstGeom>
          <a:noFill/>
          <a:ln w="8890">
            <a:solidFill>
              <a:schemeClr val="tx1"/>
            </a:solidFill>
            <a:round/>
            <a:headEnd type="none" w="med" len="med"/>
            <a:tailEnd/>
          </a:ln>
        </p:spPr>
      </p:cxnSp>
      <p:sp>
        <p:nvSpPr>
          <p:cNvPr id="81" name="Arc 80">
            <a:extLst>
              <a:ext uri="{FF2B5EF4-FFF2-40B4-BE49-F238E27FC236}">
                <a16:creationId xmlns:a16="http://schemas.microsoft.com/office/drawing/2014/main" id="{17FE7E45-62FE-4667-97BB-A35559469128}"/>
              </a:ext>
            </a:extLst>
          </p:cNvPr>
          <p:cNvSpPr/>
          <p:nvPr/>
        </p:nvSpPr>
        <p:spPr>
          <a:xfrm rot="5400000">
            <a:off x="8091998" y="3201308"/>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82" name="Arc 81">
            <a:extLst>
              <a:ext uri="{FF2B5EF4-FFF2-40B4-BE49-F238E27FC236}">
                <a16:creationId xmlns:a16="http://schemas.microsoft.com/office/drawing/2014/main" id="{5893C03F-8ADF-43AF-9418-E4969D04BF7C}"/>
              </a:ext>
            </a:extLst>
          </p:cNvPr>
          <p:cNvSpPr/>
          <p:nvPr/>
        </p:nvSpPr>
        <p:spPr>
          <a:xfrm rot="16200000">
            <a:off x="7515934" y="3345324"/>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83" name="AutoShape 114">
            <a:extLst>
              <a:ext uri="{FF2B5EF4-FFF2-40B4-BE49-F238E27FC236}">
                <a16:creationId xmlns:a16="http://schemas.microsoft.com/office/drawing/2014/main" id="{7D946919-396A-45D7-9449-2C36FD222823}"/>
              </a:ext>
            </a:extLst>
          </p:cNvPr>
          <p:cNvCxnSpPr>
            <a:cxnSpLocks noChangeShapeType="1"/>
          </p:cNvCxnSpPr>
          <p:nvPr/>
        </p:nvCxnSpPr>
        <p:spPr bwMode="auto">
          <a:xfrm>
            <a:off x="7515934" y="3417332"/>
            <a:ext cx="0" cy="144016"/>
          </a:xfrm>
          <a:prstGeom prst="straightConnector1">
            <a:avLst/>
          </a:prstGeom>
          <a:noFill/>
          <a:ln w="8890">
            <a:solidFill>
              <a:schemeClr val="tx1"/>
            </a:solidFill>
            <a:round/>
            <a:headEnd type="none" w="med" len="med"/>
            <a:tailEnd type="triangle"/>
          </a:ln>
        </p:spPr>
      </p:cxnSp>
      <p:cxnSp>
        <p:nvCxnSpPr>
          <p:cNvPr id="84" name="AutoShape 34">
            <a:extLst>
              <a:ext uri="{FF2B5EF4-FFF2-40B4-BE49-F238E27FC236}">
                <a16:creationId xmlns:a16="http://schemas.microsoft.com/office/drawing/2014/main" id="{A0939B11-EF3A-4FB0-B9EE-933E629EEC90}"/>
              </a:ext>
            </a:extLst>
          </p:cNvPr>
          <p:cNvCxnSpPr>
            <a:cxnSpLocks noChangeShapeType="1"/>
            <a:stCxn id="89" idx="0"/>
          </p:cNvCxnSpPr>
          <p:nvPr/>
        </p:nvCxnSpPr>
        <p:spPr bwMode="auto">
          <a:xfrm flipH="1">
            <a:off x="7859762" y="5577573"/>
            <a:ext cx="360056" cy="0"/>
          </a:xfrm>
          <a:prstGeom prst="straightConnector1">
            <a:avLst/>
          </a:prstGeom>
          <a:noFill/>
          <a:ln w="8890">
            <a:solidFill>
              <a:schemeClr val="tx1"/>
            </a:solidFill>
            <a:round/>
            <a:headEnd type="none" w="med" len="med"/>
            <a:tailEnd type="triangle"/>
          </a:ln>
        </p:spPr>
      </p:cxnSp>
      <p:cxnSp>
        <p:nvCxnSpPr>
          <p:cNvPr id="85" name="AutoShape 35">
            <a:extLst>
              <a:ext uri="{FF2B5EF4-FFF2-40B4-BE49-F238E27FC236}">
                <a16:creationId xmlns:a16="http://schemas.microsoft.com/office/drawing/2014/main" id="{70DA6917-7565-4F1D-B5C8-A90F36E4E3BD}"/>
              </a:ext>
            </a:extLst>
          </p:cNvPr>
          <p:cNvCxnSpPr>
            <a:cxnSpLocks noChangeShapeType="1"/>
            <a:stCxn id="89" idx="2"/>
          </p:cNvCxnSpPr>
          <p:nvPr/>
        </p:nvCxnSpPr>
        <p:spPr bwMode="auto">
          <a:xfrm flipH="1">
            <a:off x="8291810" y="5649581"/>
            <a:ext cx="16" cy="288032"/>
          </a:xfrm>
          <a:prstGeom prst="straightConnector1">
            <a:avLst/>
          </a:prstGeom>
          <a:noFill/>
          <a:ln w="8890">
            <a:solidFill>
              <a:schemeClr val="tx1"/>
            </a:solidFill>
            <a:round/>
            <a:headEnd/>
            <a:tailEnd/>
          </a:ln>
        </p:spPr>
      </p:cxnSp>
      <p:cxnSp>
        <p:nvCxnSpPr>
          <p:cNvPr id="86" name="AutoShape 65">
            <a:extLst>
              <a:ext uri="{FF2B5EF4-FFF2-40B4-BE49-F238E27FC236}">
                <a16:creationId xmlns:a16="http://schemas.microsoft.com/office/drawing/2014/main" id="{6768ADD3-8A3F-4895-9CD1-3CB2C6D46303}"/>
              </a:ext>
            </a:extLst>
          </p:cNvPr>
          <p:cNvCxnSpPr>
            <a:cxnSpLocks noChangeShapeType="1"/>
            <a:endCxn id="88" idx="0"/>
          </p:cNvCxnSpPr>
          <p:nvPr/>
        </p:nvCxnSpPr>
        <p:spPr bwMode="auto">
          <a:xfrm flipV="1">
            <a:off x="8596055" y="5649581"/>
            <a:ext cx="0" cy="288032"/>
          </a:xfrm>
          <a:prstGeom prst="straightConnector1">
            <a:avLst/>
          </a:prstGeom>
          <a:noFill/>
          <a:ln w="8890">
            <a:solidFill>
              <a:schemeClr val="tx1"/>
            </a:solidFill>
            <a:round/>
            <a:headEnd/>
            <a:tailEnd/>
          </a:ln>
        </p:spPr>
      </p:cxnSp>
      <p:cxnSp>
        <p:nvCxnSpPr>
          <p:cNvPr id="87" name="AutoShape 66">
            <a:extLst>
              <a:ext uri="{FF2B5EF4-FFF2-40B4-BE49-F238E27FC236}">
                <a16:creationId xmlns:a16="http://schemas.microsoft.com/office/drawing/2014/main" id="{DC9C2674-9189-49D7-93AA-1FD43D149E66}"/>
              </a:ext>
            </a:extLst>
          </p:cNvPr>
          <p:cNvCxnSpPr>
            <a:cxnSpLocks noChangeShapeType="1"/>
            <a:stCxn id="88" idx="2"/>
          </p:cNvCxnSpPr>
          <p:nvPr/>
        </p:nvCxnSpPr>
        <p:spPr bwMode="auto">
          <a:xfrm>
            <a:off x="8668063" y="5577573"/>
            <a:ext cx="360040" cy="0"/>
          </a:xfrm>
          <a:prstGeom prst="straightConnector1">
            <a:avLst/>
          </a:prstGeom>
          <a:noFill/>
          <a:ln w="8890">
            <a:solidFill>
              <a:schemeClr val="tx1"/>
            </a:solidFill>
            <a:round/>
            <a:headEnd type="none" w="med" len="med"/>
            <a:tailEnd type="triangle"/>
          </a:ln>
        </p:spPr>
      </p:cxnSp>
      <p:sp>
        <p:nvSpPr>
          <p:cNvPr id="88" name="Arc 87">
            <a:extLst>
              <a:ext uri="{FF2B5EF4-FFF2-40B4-BE49-F238E27FC236}">
                <a16:creationId xmlns:a16="http://schemas.microsoft.com/office/drawing/2014/main" id="{7309A733-C569-4A6F-9153-A7D2F0DA64E2}"/>
              </a:ext>
            </a:extLst>
          </p:cNvPr>
          <p:cNvSpPr/>
          <p:nvPr/>
        </p:nvSpPr>
        <p:spPr>
          <a:xfrm rot="16200000">
            <a:off x="8596055" y="557757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89" name="Arc 88">
            <a:extLst>
              <a:ext uri="{FF2B5EF4-FFF2-40B4-BE49-F238E27FC236}">
                <a16:creationId xmlns:a16="http://schemas.microsoft.com/office/drawing/2014/main" id="{A55BAC09-135C-4E98-933E-E3397450DF38}"/>
              </a:ext>
            </a:extLst>
          </p:cNvPr>
          <p:cNvSpPr/>
          <p:nvPr/>
        </p:nvSpPr>
        <p:spPr>
          <a:xfrm>
            <a:off x="8147810" y="557757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90" name="AutoShape 46">
            <a:extLst>
              <a:ext uri="{FF2B5EF4-FFF2-40B4-BE49-F238E27FC236}">
                <a16:creationId xmlns:a16="http://schemas.microsoft.com/office/drawing/2014/main" id="{DBEDBE4B-CCD1-4CAB-B500-38EAABEA1AF0}"/>
              </a:ext>
            </a:extLst>
          </p:cNvPr>
          <p:cNvCxnSpPr>
            <a:cxnSpLocks noChangeShapeType="1"/>
          </p:cNvCxnSpPr>
          <p:nvPr/>
        </p:nvCxnSpPr>
        <p:spPr bwMode="auto">
          <a:xfrm flipH="1">
            <a:off x="8668064" y="6441669"/>
            <a:ext cx="360039" cy="0"/>
          </a:xfrm>
          <a:prstGeom prst="straightConnector1">
            <a:avLst/>
          </a:prstGeom>
          <a:noFill/>
          <a:ln w="8890">
            <a:solidFill>
              <a:schemeClr val="tx1"/>
            </a:solidFill>
            <a:round/>
            <a:headEnd type="none" w="med" len="med"/>
            <a:tailEnd/>
          </a:ln>
        </p:spPr>
      </p:cxnSp>
      <p:cxnSp>
        <p:nvCxnSpPr>
          <p:cNvPr id="91" name="AutoShape 47">
            <a:extLst>
              <a:ext uri="{FF2B5EF4-FFF2-40B4-BE49-F238E27FC236}">
                <a16:creationId xmlns:a16="http://schemas.microsoft.com/office/drawing/2014/main" id="{4F94486D-B8FD-4D8D-AFC9-0306118B9D4C}"/>
              </a:ext>
            </a:extLst>
          </p:cNvPr>
          <p:cNvCxnSpPr>
            <a:cxnSpLocks noChangeShapeType="1"/>
            <a:stCxn id="92" idx="2"/>
          </p:cNvCxnSpPr>
          <p:nvPr/>
        </p:nvCxnSpPr>
        <p:spPr bwMode="auto">
          <a:xfrm flipV="1">
            <a:off x="8596055" y="6081629"/>
            <a:ext cx="0" cy="288032"/>
          </a:xfrm>
          <a:prstGeom prst="straightConnector1">
            <a:avLst/>
          </a:prstGeom>
          <a:noFill/>
          <a:ln w="8890">
            <a:solidFill>
              <a:schemeClr val="tx1"/>
            </a:solidFill>
            <a:round/>
            <a:headEnd/>
            <a:tailEnd type="triangle"/>
          </a:ln>
        </p:spPr>
      </p:cxnSp>
      <p:sp>
        <p:nvSpPr>
          <p:cNvPr id="92" name="Arc 91">
            <a:extLst>
              <a:ext uri="{FF2B5EF4-FFF2-40B4-BE49-F238E27FC236}">
                <a16:creationId xmlns:a16="http://schemas.microsoft.com/office/drawing/2014/main" id="{2B45CFE3-10C8-42D5-839C-954D49578C66}"/>
              </a:ext>
            </a:extLst>
          </p:cNvPr>
          <p:cNvSpPr/>
          <p:nvPr/>
        </p:nvSpPr>
        <p:spPr>
          <a:xfrm rot="10800000">
            <a:off x="8596055" y="629765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cxnSp>
        <p:nvCxnSpPr>
          <p:cNvPr id="93" name="AutoShape 47">
            <a:extLst>
              <a:ext uri="{FF2B5EF4-FFF2-40B4-BE49-F238E27FC236}">
                <a16:creationId xmlns:a16="http://schemas.microsoft.com/office/drawing/2014/main" id="{781E8C8C-5B95-46F5-B9EF-ACBEF75BB923}"/>
              </a:ext>
            </a:extLst>
          </p:cNvPr>
          <p:cNvCxnSpPr>
            <a:cxnSpLocks noChangeShapeType="1"/>
            <a:endCxn id="94" idx="0"/>
          </p:cNvCxnSpPr>
          <p:nvPr/>
        </p:nvCxnSpPr>
        <p:spPr bwMode="auto">
          <a:xfrm>
            <a:off x="9604167" y="6081629"/>
            <a:ext cx="0" cy="288032"/>
          </a:xfrm>
          <a:prstGeom prst="straightConnector1">
            <a:avLst/>
          </a:prstGeom>
          <a:noFill/>
          <a:ln w="8890">
            <a:solidFill>
              <a:schemeClr val="tx1"/>
            </a:solidFill>
            <a:round/>
            <a:headEnd/>
            <a:tailEnd type="none"/>
          </a:ln>
        </p:spPr>
      </p:cxnSp>
      <p:sp>
        <p:nvSpPr>
          <p:cNvPr id="94" name="Arc 93">
            <a:extLst>
              <a:ext uri="{FF2B5EF4-FFF2-40B4-BE49-F238E27FC236}">
                <a16:creationId xmlns:a16="http://schemas.microsoft.com/office/drawing/2014/main" id="{5E2900B8-53D7-43EA-BC33-D5622442670C}"/>
              </a:ext>
            </a:extLst>
          </p:cNvPr>
          <p:cNvSpPr/>
          <p:nvPr/>
        </p:nvSpPr>
        <p:spPr>
          <a:xfrm rot="5400000">
            <a:off x="9460151" y="629765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95" name="AutoShape 116">
            <a:extLst>
              <a:ext uri="{FF2B5EF4-FFF2-40B4-BE49-F238E27FC236}">
                <a16:creationId xmlns:a16="http://schemas.microsoft.com/office/drawing/2014/main" id="{6525036D-BA58-4CD4-A895-76FA77710FF1}"/>
              </a:ext>
            </a:extLst>
          </p:cNvPr>
          <p:cNvCxnSpPr>
            <a:cxnSpLocks noChangeShapeType="1"/>
            <a:stCxn id="94" idx="2"/>
          </p:cNvCxnSpPr>
          <p:nvPr/>
        </p:nvCxnSpPr>
        <p:spPr bwMode="auto">
          <a:xfrm flipH="1">
            <a:off x="9244127" y="6441669"/>
            <a:ext cx="288032" cy="0"/>
          </a:xfrm>
          <a:prstGeom prst="straightConnector1">
            <a:avLst/>
          </a:prstGeom>
          <a:noFill/>
          <a:ln w="8890">
            <a:solidFill>
              <a:schemeClr val="tx1"/>
            </a:solidFill>
            <a:round/>
            <a:headEnd type="none" w="med" len="med"/>
            <a:tailEnd type="triangle"/>
          </a:ln>
        </p:spPr>
      </p:cxnSp>
      <p:cxnSp>
        <p:nvCxnSpPr>
          <p:cNvPr id="96" name="AutoShape 65">
            <a:extLst>
              <a:ext uri="{FF2B5EF4-FFF2-40B4-BE49-F238E27FC236}">
                <a16:creationId xmlns:a16="http://schemas.microsoft.com/office/drawing/2014/main" id="{03C52847-BCD7-44BD-B5C8-7F307858C929}"/>
              </a:ext>
            </a:extLst>
          </p:cNvPr>
          <p:cNvCxnSpPr>
            <a:cxnSpLocks noChangeShapeType="1"/>
            <a:stCxn id="98" idx="0"/>
          </p:cNvCxnSpPr>
          <p:nvPr/>
        </p:nvCxnSpPr>
        <p:spPr bwMode="auto">
          <a:xfrm>
            <a:off x="7283698" y="5649581"/>
            <a:ext cx="0" cy="288032"/>
          </a:xfrm>
          <a:prstGeom prst="straightConnector1">
            <a:avLst/>
          </a:prstGeom>
          <a:noFill/>
          <a:ln w="8890">
            <a:solidFill>
              <a:schemeClr val="tx1"/>
            </a:solidFill>
            <a:round/>
            <a:headEnd/>
            <a:tailEnd type="triangle"/>
          </a:ln>
        </p:spPr>
      </p:cxnSp>
      <p:cxnSp>
        <p:nvCxnSpPr>
          <p:cNvPr id="97" name="AutoShape 66">
            <a:extLst>
              <a:ext uri="{FF2B5EF4-FFF2-40B4-BE49-F238E27FC236}">
                <a16:creationId xmlns:a16="http://schemas.microsoft.com/office/drawing/2014/main" id="{2E987A29-BD42-4511-B388-FB3B1988218C}"/>
              </a:ext>
            </a:extLst>
          </p:cNvPr>
          <p:cNvCxnSpPr>
            <a:cxnSpLocks noChangeShapeType="1"/>
            <a:endCxn id="98" idx="2"/>
          </p:cNvCxnSpPr>
          <p:nvPr/>
        </p:nvCxnSpPr>
        <p:spPr bwMode="auto">
          <a:xfrm flipH="1">
            <a:off x="7355706" y="5577573"/>
            <a:ext cx="360040" cy="0"/>
          </a:xfrm>
          <a:prstGeom prst="straightConnector1">
            <a:avLst/>
          </a:prstGeom>
          <a:noFill/>
          <a:ln w="8890">
            <a:solidFill>
              <a:schemeClr val="tx1"/>
            </a:solidFill>
            <a:round/>
            <a:headEnd type="none" w="med" len="med"/>
            <a:tailEnd type="none"/>
          </a:ln>
        </p:spPr>
      </p:cxnSp>
      <p:sp>
        <p:nvSpPr>
          <p:cNvPr id="98" name="Arc 97">
            <a:extLst>
              <a:ext uri="{FF2B5EF4-FFF2-40B4-BE49-F238E27FC236}">
                <a16:creationId xmlns:a16="http://schemas.microsoft.com/office/drawing/2014/main" id="{F757A407-BACC-4C95-BE8F-013D6B52250A}"/>
              </a:ext>
            </a:extLst>
          </p:cNvPr>
          <p:cNvSpPr/>
          <p:nvPr/>
        </p:nvSpPr>
        <p:spPr>
          <a:xfrm rot="16200000">
            <a:off x="7283698" y="557757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99" name="AutoShape 46">
            <a:extLst>
              <a:ext uri="{FF2B5EF4-FFF2-40B4-BE49-F238E27FC236}">
                <a16:creationId xmlns:a16="http://schemas.microsoft.com/office/drawing/2014/main" id="{3378D755-6C33-4B08-8B48-C5FC0D804750}"/>
              </a:ext>
            </a:extLst>
          </p:cNvPr>
          <p:cNvCxnSpPr>
            <a:cxnSpLocks noChangeShapeType="1"/>
            <a:stCxn id="101" idx="0"/>
          </p:cNvCxnSpPr>
          <p:nvPr/>
        </p:nvCxnSpPr>
        <p:spPr bwMode="auto">
          <a:xfrm>
            <a:off x="7355706" y="6441669"/>
            <a:ext cx="360040" cy="0"/>
          </a:xfrm>
          <a:prstGeom prst="straightConnector1">
            <a:avLst/>
          </a:prstGeom>
          <a:noFill/>
          <a:ln w="8890">
            <a:solidFill>
              <a:schemeClr val="tx1"/>
            </a:solidFill>
            <a:round/>
            <a:headEnd type="none" w="med" len="med"/>
            <a:tailEnd type="triangle"/>
          </a:ln>
        </p:spPr>
      </p:cxnSp>
      <p:cxnSp>
        <p:nvCxnSpPr>
          <p:cNvPr id="100" name="AutoShape 47">
            <a:extLst>
              <a:ext uri="{FF2B5EF4-FFF2-40B4-BE49-F238E27FC236}">
                <a16:creationId xmlns:a16="http://schemas.microsoft.com/office/drawing/2014/main" id="{7CCF55CB-A408-4B85-8E2B-527F25093F7A}"/>
              </a:ext>
            </a:extLst>
          </p:cNvPr>
          <p:cNvCxnSpPr>
            <a:cxnSpLocks noChangeShapeType="1"/>
            <a:endCxn id="101" idx="2"/>
          </p:cNvCxnSpPr>
          <p:nvPr/>
        </p:nvCxnSpPr>
        <p:spPr bwMode="auto">
          <a:xfrm>
            <a:off x="7283698" y="6081629"/>
            <a:ext cx="0" cy="288032"/>
          </a:xfrm>
          <a:prstGeom prst="straightConnector1">
            <a:avLst/>
          </a:prstGeom>
          <a:noFill/>
          <a:ln w="8890">
            <a:solidFill>
              <a:schemeClr val="tx1"/>
            </a:solidFill>
            <a:round/>
            <a:headEnd/>
            <a:tailEnd type="none"/>
          </a:ln>
        </p:spPr>
      </p:cxnSp>
      <p:sp>
        <p:nvSpPr>
          <p:cNvPr id="101" name="Arc 100">
            <a:extLst>
              <a:ext uri="{FF2B5EF4-FFF2-40B4-BE49-F238E27FC236}">
                <a16:creationId xmlns:a16="http://schemas.microsoft.com/office/drawing/2014/main" id="{6803518B-D4D2-48AF-BB95-87484B36E9A5}"/>
              </a:ext>
            </a:extLst>
          </p:cNvPr>
          <p:cNvSpPr/>
          <p:nvPr/>
        </p:nvSpPr>
        <p:spPr>
          <a:xfrm rot="10800000">
            <a:off x="7283698" y="629765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cxnSp>
        <p:nvCxnSpPr>
          <p:cNvPr id="102" name="AutoShape 47">
            <a:extLst>
              <a:ext uri="{FF2B5EF4-FFF2-40B4-BE49-F238E27FC236}">
                <a16:creationId xmlns:a16="http://schemas.microsoft.com/office/drawing/2014/main" id="{2AAACC15-4143-4596-A377-747E48B51C23}"/>
              </a:ext>
            </a:extLst>
          </p:cNvPr>
          <p:cNvCxnSpPr>
            <a:cxnSpLocks noChangeShapeType="1"/>
            <a:stCxn id="103" idx="0"/>
          </p:cNvCxnSpPr>
          <p:nvPr/>
        </p:nvCxnSpPr>
        <p:spPr bwMode="auto">
          <a:xfrm flipV="1">
            <a:off x="8291810" y="6081629"/>
            <a:ext cx="0" cy="288032"/>
          </a:xfrm>
          <a:prstGeom prst="straightConnector1">
            <a:avLst/>
          </a:prstGeom>
          <a:noFill/>
          <a:ln w="8890">
            <a:solidFill>
              <a:schemeClr val="tx1"/>
            </a:solidFill>
            <a:round/>
            <a:headEnd/>
            <a:tailEnd type="triangle"/>
          </a:ln>
        </p:spPr>
      </p:cxnSp>
      <p:sp>
        <p:nvSpPr>
          <p:cNvPr id="103" name="Arc 102">
            <a:extLst>
              <a:ext uri="{FF2B5EF4-FFF2-40B4-BE49-F238E27FC236}">
                <a16:creationId xmlns:a16="http://schemas.microsoft.com/office/drawing/2014/main" id="{3051137D-301E-413E-8546-7977048A20DB}"/>
              </a:ext>
            </a:extLst>
          </p:cNvPr>
          <p:cNvSpPr/>
          <p:nvPr/>
        </p:nvSpPr>
        <p:spPr>
          <a:xfrm rot="5400000">
            <a:off x="8147794" y="629765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04" name="AutoShape 116">
            <a:extLst>
              <a:ext uri="{FF2B5EF4-FFF2-40B4-BE49-F238E27FC236}">
                <a16:creationId xmlns:a16="http://schemas.microsoft.com/office/drawing/2014/main" id="{A2C09DC4-8D97-4592-A676-733A8CAA7F9A}"/>
              </a:ext>
            </a:extLst>
          </p:cNvPr>
          <p:cNvCxnSpPr>
            <a:cxnSpLocks noChangeShapeType="1"/>
            <a:endCxn id="103" idx="2"/>
          </p:cNvCxnSpPr>
          <p:nvPr/>
        </p:nvCxnSpPr>
        <p:spPr bwMode="auto">
          <a:xfrm>
            <a:off x="7859762" y="6441669"/>
            <a:ext cx="360040" cy="0"/>
          </a:xfrm>
          <a:prstGeom prst="straightConnector1">
            <a:avLst/>
          </a:prstGeom>
          <a:noFill/>
          <a:ln w="8890">
            <a:solidFill>
              <a:schemeClr val="tx1"/>
            </a:solidFill>
            <a:round/>
            <a:headEnd type="none" w="med" len="med"/>
            <a:tailEnd/>
          </a:ln>
        </p:spPr>
      </p:cxnSp>
      <p:sp>
        <p:nvSpPr>
          <p:cNvPr id="105" name="Arc 104">
            <a:extLst>
              <a:ext uri="{FF2B5EF4-FFF2-40B4-BE49-F238E27FC236}">
                <a16:creationId xmlns:a16="http://schemas.microsoft.com/office/drawing/2014/main" id="{3ED6FA5B-4691-427F-BEA9-F0F4EA1CF6DB}"/>
              </a:ext>
            </a:extLst>
          </p:cNvPr>
          <p:cNvSpPr/>
          <p:nvPr/>
        </p:nvSpPr>
        <p:spPr>
          <a:xfrm>
            <a:off x="9460151" y="5577573"/>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06" name="AutoShape 65">
            <a:extLst>
              <a:ext uri="{FF2B5EF4-FFF2-40B4-BE49-F238E27FC236}">
                <a16:creationId xmlns:a16="http://schemas.microsoft.com/office/drawing/2014/main" id="{3221DFC5-E8B6-45BE-8448-50593B42002C}"/>
              </a:ext>
            </a:extLst>
          </p:cNvPr>
          <p:cNvCxnSpPr>
            <a:cxnSpLocks noChangeShapeType="1"/>
            <a:stCxn id="105" idx="2"/>
          </p:cNvCxnSpPr>
          <p:nvPr/>
        </p:nvCxnSpPr>
        <p:spPr bwMode="auto">
          <a:xfrm>
            <a:off x="9604167" y="5649581"/>
            <a:ext cx="0" cy="288032"/>
          </a:xfrm>
          <a:prstGeom prst="straightConnector1">
            <a:avLst/>
          </a:prstGeom>
          <a:noFill/>
          <a:ln w="8890">
            <a:solidFill>
              <a:schemeClr val="tx1"/>
            </a:solidFill>
            <a:round/>
            <a:headEnd/>
            <a:tailEnd type="triangle"/>
          </a:ln>
        </p:spPr>
      </p:cxnSp>
      <p:cxnSp>
        <p:nvCxnSpPr>
          <p:cNvPr id="107" name="AutoShape 116">
            <a:extLst>
              <a:ext uri="{FF2B5EF4-FFF2-40B4-BE49-F238E27FC236}">
                <a16:creationId xmlns:a16="http://schemas.microsoft.com/office/drawing/2014/main" id="{C7FD3D35-20A1-4468-B1F4-BDDC0AEE82F0}"/>
              </a:ext>
            </a:extLst>
          </p:cNvPr>
          <p:cNvCxnSpPr>
            <a:cxnSpLocks noChangeShapeType="1"/>
            <a:endCxn id="105" idx="0"/>
          </p:cNvCxnSpPr>
          <p:nvPr/>
        </p:nvCxnSpPr>
        <p:spPr bwMode="auto">
          <a:xfrm>
            <a:off x="9172119" y="5577573"/>
            <a:ext cx="360040" cy="0"/>
          </a:xfrm>
          <a:prstGeom prst="straightConnector1">
            <a:avLst/>
          </a:prstGeom>
          <a:noFill/>
          <a:ln w="8890">
            <a:solidFill>
              <a:schemeClr val="tx1"/>
            </a:solidFill>
            <a:round/>
            <a:headEnd type="none" w="med" len="med"/>
            <a:tailEnd/>
          </a:ln>
        </p:spPr>
      </p:cxnSp>
      <p:sp>
        <p:nvSpPr>
          <p:cNvPr id="108" name="Arc 107">
            <a:extLst>
              <a:ext uri="{FF2B5EF4-FFF2-40B4-BE49-F238E27FC236}">
                <a16:creationId xmlns:a16="http://schemas.microsoft.com/office/drawing/2014/main" id="{81C8BDFB-D29A-4C12-8819-1DC40B93A4B6}"/>
              </a:ext>
            </a:extLst>
          </p:cNvPr>
          <p:cNvSpPr/>
          <p:nvPr/>
        </p:nvSpPr>
        <p:spPr>
          <a:xfrm>
            <a:off x="7587942" y="4848458"/>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09" name="Arc 108">
            <a:extLst>
              <a:ext uri="{FF2B5EF4-FFF2-40B4-BE49-F238E27FC236}">
                <a16:creationId xmlns:a16="http://schemas.microsoft.com/office/drawing/2014/main" id="{8B92B0EF-D7FC-4069-B5E8-BFBB6D32758D}"/>
              </a:ext>
            </a:extLst>
          </p:cNvPr>
          <p:cNvSpPr/>
          <p:nvPr/>
        </p:nvSpPr>
        <p:spPr>
          <a:xfrm rot="16200000">
            <a:off x="7443926" y="4848458"/>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10" name="Arc 109">
            <a:extLst>
              <a:ext uri="{FF2B5EF4-FFF2-40B4-BE49-F238E27FC236}">
                <a16:creationId xmlns:a16="http://schemas.microsoft.com/office/drawing/2014/main" id="{9E2025EA-6C29-4531-B21F-12353E03DA97}"/>
              </a:ext>
            </a:extLst>
          </p:cNvPr>
          <p:cNvSpPr/>
          <p:nvPr/>
        </p:nvSpPr>
        <p:spPr>
          <a:xfrm rot="5400000">
            <a:off x="7587942" y="4992474"/>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11" name="Arc 110">
            <a:extLst>
              <a:ext uri="{FF2B5EF4-FFF2-40B4-BE49-F238E27FC236}">
                <a16:creationId xmlns:a16="http://schemas.microsoft.com/office/drawing/2014/main" id="{8B27FA44-D8FB-46DD-B262-6BAD056717C2}"/>
              </a:ext>
            </a:extLst>
          </p:cNvPr>
          <p:cNvSpPr/>
          <p:nvPr/>
        </p:nvSpPr>
        <p:spPr>
          <a:xfrm rot="10800000">
            <a:off x="7443926" y="4992474"/>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cxnSp>
        <p:nvCxnSpPr>
          <p:cNvPr id="112" name="AutoShape 114">
            <a:extLst>
              <a:ext uri="{FF2B5EF4-FFF2-40B4-BE49-F238E27FC236}">
                <a16:creationId xmlns:a16="http://schemas.microsoft.com/office/drawing/2014/main" id="{BFEC4850-A466-42BE-867F-6340E64504FE}"/>
              </a:ext>
            </a:extLst>
          </p:cNvPr>
          <p:cNvCxnSpPr>
            <a:cxnSpLocks noChangeShapeType="1"/>
          </p:cNvCxnSpPr>
          <p:nvPr/>
        </p:nvCxnSpPr>
        <p:spPr bwMode="auto">
          <a:xfrm flipH="1">
            <a:off x="9388142" y="4848458"/>
            <a:ext cx="1" cy="324036"/>
          </a:xfrm>
          <a:prstGeom prst="straightConnector1">
            <a:avLst/>
          </a:prstGeom>
          <a:noFill/>
          <a:ln w="8890">
            <a:solidFill>
              <a:schemeClr val="tx1"/>
            </a:solidFill>
            <a:round/>
            <a:headEnd type="none" w="med" len="med"/>
            <a:tailEnd/>
          </a:ln>
        </p:spPr>
      </p:cxnSp>
      <p:cxnSp>
        <p:nvCxnSpPr>
          <p:cNvPr id="113" name="AutoShape 113">
            <a:extLst>
              <a:ext uri="{FF2B5EF4-FFF2-40B4-BE49-F238E27FC236}">
                <a16:creationId xmlns:a16="http://schemas.microsoft.com/office/drawing/2014/main" id="{5672651E-C0BC-4ADC-AF6C-08AD38AB0FFE}"/>
              </a:ext>
            </a:extLst>
          </p:cNvPr>
          <p:cNvCxnSpPr>
            <a:cxnSpLocks noChangeShapeType="1"/>
          </p:cNvCxnSpPr>
          <p:nvPr/>
        </p:nvCxnSpPr>
        <p:spPr bwMode="auto">
          <a:xfrm flipV="1">
            <a:off x="8089112" y="4831403"/>
            <a:ext cx="1588" cy="323850"/>
          </a:xfrm>
          <a:prstGeom prst="straightConnector1">
            <a:avLst/>
          </a:prstGeom>
          <a:noFill/>
          <a:ln w="8890">
            <a:solidFill>
              <a:schemeClr val="tx1"/>
            </a:solidFill>
            <a:round/>
            <a:headEnd/>
            <a:tailEnd type="triangle" w="med" len="med"/>
          </a:ln>
        </p:spPr>
      </p:cxnSp>
      <p:cxnSp>
        <p:nvCxnSpPr>
          <p:cNvPr id="114" name="AutoShape 114">
            <a:extLst>
              <a:ext uri="{FF2B5EF4-FFF2-40B4-BE49-F238E27FC236}">
                <a16:creationId xmlns:a16="http://schemas.microsoft.com/office/drawing/2014/main" id="{CB4D3672-8BE1-486C-AD3C-EB8B18B910FA}"/>
              </a:ext>
            </a:extLst>
          </p:cNvPr>
          <p:cNvCxnSpPr>
            <a:cxnSpLocks noChangeShapeType="1"/>
          </p:cNvCxnSpPr>
          <p:nvPr/>
        </p:nvCxnSpPr>
        <p:spPr bwMode="auto">
          <a:xfrm>
            <a:off x="8380030" y="4857492"/>
            <a:ext cx="0" cy="360040"/>
          </a:xfrm>
          <a:prstGeom prst="straightConnector1">
            <a:avLst/>
          </a:prstGeom>
          <a:noFill/>
          <a:ln w="8890">
            <a:solidFill>
              <a:schemeClr val="tx1"/>
            </a:solidFill>
            <a:round/>
            <a:headEnd type="none" w="med" len="med"/>
            <a:tailEnd type="triangle"/>
          </a:ln>
        </p:spPr>
      </p:cxnSp>
      <p:cxnSp>
        <p:nvCxnSpPr>
          <p:cNvPr id="115" name="AutoShape 115">
            <a:extLst>
              <a:ext uri="{FF2B5EF4-FFF2-40B4-BE49-F238E27FC236}">
                <a16:creationId xmlns:a16="http://schemas.microsoft.com/office/drawing/2014/main" id="{707EBF70-4081-4911-9F21-FD47BD3BA568}"/>
              </a:ext>
            </a:extLst>
          </p:cNvPr>
          <p:cNvCxnSpPr>
            <a:cxnSpLocks noChangeShapeType="1"/>
          </p:cNvCxnSpPr>
          <p:nvPr/>
        </p:nvCxnSpPr>
        <p:spPr bwMode="auto">
          <a:xfrm>
            <a:off x="8812078" y="4857492"/>
            <a:ext cx="288925" cy="0"/>
          </a:xfrm>
          <a:prstGeom prst="straightConnector1">
            <a:avLst/>
          </a:prstGeom>
          <a:noFill/>
          <a:ln w="8890">
            <a:solidFill>
              <a:schemeClr val="tx1"/>
            </a:solidFill>
            <a:round/>
            <a:headEnd/>
            <a:tailEnd type="triangle" w="med" len="med"/>
          </a:ln>
        </p:spPr>
      </p:cxnSp>
      <p:cxnSp>
        <p:nvCxnSpPr>
          <p:cNvPr id="116" name="AutoShape 116">
            <a:extLst>
              <a:ext uri="{FF2B5EF4-FFF2-40B4-BE49-F238E27FC236}">
                <a16:creationId xmlns:a16="http://schemas.microsoft.com/office/drawing/2014/main" id="{73C2E026-DEAA-48BB-B879-341A11E8A0E7}"/>
              </a:ext>
            </a:extLst>
          </p:cNvPr>
          <p:cNvCxnSpPr>
            <a:cxnSpLocks noChangeShapeType="1"/>
          </p:cNvCxnSpPr>
          <p:nvPr/>
        </p:nvCxnSpPr>
        <p:spPr bwMode="auto">
          <a:xfrm flipH="1">
            <a:off x="8779468" y="5136490"/>
            <a:ext cx="288032" cy="1"/>
          </a:xfrm>
          <a:prstGeom prst="straightConnector1">
            <a:avLst/>
          </a:prstGeom>
          <a:noFill/>
          <a:ln w="8890">
            <a:solidFill>
              <a:schemeClr val="tx1"/>
            </a:solidFill>
            <a:round/>
            <a:headEnd type="none" w="med" len="med"/>
            <a:tailEnd type="triangle"/>
          </a:ln>
        </p:spPr>
      </p:cxnSp>
      <p:cxnSp>
        <p:nvCxnSpPr>
          <p:cNvPr id="117" name="AutoShape 115">
            <a:extLst>
              <a:ext uri="{FF2B5EF4-FFF2-40B4-BE49-F238E27FC236}">
                <a16:creationId xmlns:a16="http://schemas.microsoft.com/office/drawing/2014/main" id="{2976DDD3-55C3-4341-BE79-BD6AED5035E0}"/>
              </a:ext>
            </a:extLst>
          </p:cNvPr>
          <p:cNvCxnSpPr>
            <a:cxnSpLocks noChangeShapeType="1"/>
            <a:stCxn id="118" idx="2"/>
          </p:cNvCxnSpPr>
          <p:nvPr/>
        </p:nvCxnSpPr>
        <p:spPr bwMode="auto">
          <a:xfrm>
            <a:off x="8884086" y="3201308"/>
            <a:ext cx="144016" cy="0"/>
          </a:xfrm>
          <a:prstGeom prst="straightConnector1">
            <a:avLst/>
          </a:prstGeom>
          <a:noFill/>
          <a:ln w="8890">
            <a:solidFill>
              <a:schemeClr val="tx1"/>
            </a:solidFill>
            <a:round/>
            <a:headEnd/>
            <a:tailEnd type="triangle" w="med" len="med"/>
          </a:ln>
        </p:spPr>
      </p:cxnSp>
      <p:sp>
        <p:nvSpPr>
          <p:cNvPr id="118" name="Arc 117">
            <a:extLst>
              <a:ext uri="{FF2B5EF4-FFF2-40B4-BE49-F238E27FC236}">
                <a16:creationId xmlns:a16="http://schemas.microsoft.com/office/drawing/2014/main" id="{BC0ED37B-1E87-47DD-8D24-2B65B83784A0}"/>
              </a:ext>
            </a:extLst>
          </p:cNvPr>
          <p:cNvSpPr/>
          <p:nvPr/>
        </p:nvSpPr>
        <p:spPr>
          <a:xfrm rot="16200000">
            <a:off x="8812078" y="3201308"/>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19" name="AutoShape 35">
            <a:extLst>
              <a:ext uri="{FF2B5EF4-FFF2-40B4-BE49-F238E27FC236}">
                <a16:creationId xmlns:a16="http://schemas.microsoft.com/office/drawing/2014/main" id="{31959D43-45E0-4898-9AD9-DE2EC8C53576}"/>
              </a:ext>
            </a:extLst>
          </p:cNvPr>
          <p:cNvCxnSpPr>
            <a:cxnSpLocks noChangeShapeType="1"/>
            <a:stCxn id="120" idx="0"/>
            <a:endCxn id="118" idx="0"/>
          </p:cNvCxnSpPr>
          <p:nvPr/>
        </p:nvCxnSpPr>
        <p:spPr bwMode="auto">
          <a:xfrm flipV="1">
            <a:off x="8812078" y="3273316"/>
            <a:ext cx="0" cy="864096"/>
          </a:xfrm>
          <a:prstGeom prst="straightConnector1">
            <a:avLst/>
          </a:prstGeom>
          <a:noFill/>
          <a:ln w="8890">
            <a:solidFill>
              <a:schemeClr val="tx1"/>
            </a:solidFill>
            <a:round/>
            <a:headEnd/>
            <a:tailEnd type="none"/>
          </a:ln>
        </p:spPr>
      </p:cxnSp>
      <p:sp>
        <p:nvSpPr>
          <p:cNvPr id="120" name="Arc 119">
            <a:extLst>
              <a:ext uri="{FF2B5EF4-FFF2-40B4-BE49-F238E27FC236}">
                <a16:creationId xmlns:a16="http://schemas.microsoft.com/office/drawing/2014/main" id="{37FF0C70-3C56-42C1-9081-35A97E1C8D81}"/>
              </a:ext>
            </a:extLst>
          </p:cNvPr>
          <p:cNvSpPr/>
          <p:nvPr/>
        </p:nvSpPr>
        <p:spPr>
          <a:xfrm rot="5400000">
            <a:off x="8668062" y="4065404"/>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21" name="AutoShape 66">
            <a:extLst>
              <a:ext uri="{FF2B5EF4-FFF2-40B4-BE49-F238E27FC236}">
                <a16:creationId xmlns:a16="http://schemas.microsoft.com/office/drawing/2014/main" id="{4DCE576F-4878-4740-9F48-3A727AB6CAB9}"/>
              </a:ext>
            </a:extLst>
          </p:cNvPr>
          <p:cNvCxnSpPr>
            <a:cxnSpLocks noChangeShapeType="1"/>
            <a:endCxn id="120" idx="2"/>
          </p:cNvCxnSpPr>
          <p:nvPr/>
        </p:nvCxnSpPr>
        <p:spPr bwMode="auto">
          <a:xfrm>
            <a:off x="8596054" y="4209420"/>
            <a:ext cx="144016" cy="0"/>
          </a:xfrm>
          <a:prstGeom prst="straightConnector1">
            <a:avLst/>
          </a:prstGeom>
          <a:noFill/>
          <a:ln w="8890">
            <a:solidFill>
              <a:schemeClr val="tx1"/>
            </a:solidFill>
            <a:round/>
            <a:headEnd type="none" w="med" len="med"/>
            <a:tailEnd/>
          </a:ln>
        </p:spPr>
      </p:cxnSp>
      <p:cxnSp>
        <p:nvCxnSpPr>
          <p:cNvPr id="122" name="AutoShape 66">
            <a:extLst>
              <a:ext uri="{FF2B5EF4-FFF2-40B4-BE49-F238E27FC236}">
                <a16:creationId xmlns:a16="http://schemas.microsoft.com/office/drawing/2014/main" id="{F14D5265-1E06-4811-B07A-3283A123A45C}"/>
              </a:ext>
            </a:extLst>
          </p:cNvPr>
          <p:cNvCxnSpPr>
            <a:cxnSpLocks noChangeShapeType="1"/>
            <a:endCxn id="123" idx="0"/>
          </p:cNvCxnSpPr>
          <p:nvPr/>
        </p:nvCxnSpPr>
        <p:spPr bwMode="auto">
          <a:xfrm>
            <a:off x="9172118" y="3201308"/>
            <a:ext cx="144016" cy="0"/>
          </a:xfrm>
          <a:prstGeom prst="straightConnector1">
            <a:avLst/>
          </a:prstGeom>
          <a:noFill/>
          <a:ln w="8890">
            <a:solidFill>
              <a:schemeClr val="tx1"/>
            </a:solidFill>
            <a:round/>
            <a:headEnd type="none" w="med" len="med"/>
            <a:tailEnd/>
          </a:ln>
        </p:spPr>
      </p:cxnSp>
      <p:sp>
        <p:nvSpPr>
          <p:cNvPr id="123" name="Arc 122">
            <a:extLst>
              <a:ext uri="{FF2B5EF4-FFF2-40B4-BE49-F238E27FC236}">
                <a16:creationId xmlns:a16="http://schemas.microsoft.com/office/drawing/2014/main" id="{D6B5460F-2DF0-49AF-A526-93255EFDF5DD}"/>
              </a:ext>
            </a:extLst>
          </p:cNvPr>
          <p:cNvSpPr/>
          <p:nvPr/>
        </p:nvSpPr>
        <p:spPr>
          <a:xfrm>
            <a:off x="9244126" y="3201308"/>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24" name="AutoShape 47">
            <a:extLst>
              <a:ext uri="{FF2B5EF4-FFF2-40B4-BE49-F238E27FC236}">
                <a16:creationId xmlns:a16="http://schemas.microsoft.com/office/drawing/2014/main" id="{331B196D-055A-4125-81AF-FEA0DA220742}"/>
              </a:ext>
            </a:extLst>
          </p:cNvPr>
          <p:cNvCxnSpPr>
            <a:cxnSpLocks noChangeShapeType="1"/>
            <a:stCxn id="123" idx="2"/>
            <a:endCxn id="126" idx="2"/>
          </p:cNvCxnSpPr>
          <p:nvPr/>
        </p:nvCxnSpPr>
        <p:spPr bwMode="auto">
          <a:xfrm>
            <a:off x="9388142" y="3273316"/>
            <a:ext cx="0" cy="864096"/>
          </a:xfrm>
          <a:prstGeom prst="straightConnector1">
            <a:avLst/>
          </a:prstGeom>
          <a:noFill/>
          <a:ln w="8890">
            <a:solidFill>
              <a:schemeClr val="tx1"/>
            </a:solidFill>
            <a:round/>
            <a:headEnd/>
            <a:tailEnd type="none"/>
          </a:ln>
        </p:spPr>
      </p:cxnSp>
      <p:cxnSp>
        <p:nvCxnSpPr>
          <p:cNvPr id="125" name="AutoShape 115">
            <a:extLst>
              <a:ext uri="{FF2B5EF4-FFF2-40B4-BE49-F238E27FC236}">
                <a16:creationId xmlns:a16="http://schemas.microsoft.com/office/drawing/2014/main" id="{A0DE7CEC-B417-4027-B525-F16831BEA30D}"/>
              </a:ext>
            </a:extLst>
          </p:cNvPr>
          <p:cNvCxnSpPr>
            <a:cxnSpLocks noChangeShapeType="1"/>
            <a:stCxn id="126" idx="0"/>
          </p:cNvCxnSpPr>
          <p:nvPr/>
        </p:nvCxnSpPr>
        <p:spPr bwMode="auto">
          <a:xfrm>
            <a:off x="9460150" y="4209420"/>
            <a:ext cx="144016" cy="0"/>
          </a:xfrm>
          <a:prstGeom prst="straightConnector1">
            <a:avLst/>
          </a:prstGeom>
          <a:noFill/>
          <a:ln w="8890">
            <a:solidFill>
              <a:schemeClr val="tx1"/>
            </a:solidFill>
            <a:round/>
            <a:headEnd/>
            <a:tailEnd type="triangle" w="med" len="med"/>
          </a:ln>
        </p:spPr>
      </p:cxnSp>
      <p:sp>
        <p:nvSpPr>
          <p:cNvPr id="126" name="Arc 125">
            <a:extLst>
              <a:ext uri="{FF2B5EF4-FFF2-40B4-BE49-F238E27FC236}">
                <a16:creationId xmlns:a16="http://schemas.microsoft.com/office/drawing/2014/main" id="{76870738-6A4E-421A-852C-CDCA58975B52}"/>
              </a:ext>
            </a:extLst>
          </p:cNvPr>
          <p:cNvSpPr/>
          <p:nvPr/>
        </p:nvSpPr>
        <p:spPr>
          <a:xfrm rot="10800000">
            <a:off x="9388142" y="4065404"/>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Tree>
    <p:extLst>
      <p:ext uri="{BB962C8B-B14F-4D97-AF65-F5344CB8AC3E}">
        <p14:creationId xmlns:p14="http://schemas.microsoft.com/office/powerpoint/2010/main" val="2070012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B649C-D0B5-4E69-9502-9FFFFBBCFA82}"/>
              </a:ext>
            </a:extLst>
          </p:cNvPr>
          <p:cNvSpPr>
            <a:spLocks noGrp="1"/>
          </p:cNvSpPr>
          <p:nvPr>
            <p:ph type="title"/>
          </p:nvPr>
        </p:nvSpPr>
        <p:spPr/>
        <p:txBody>
          <a:bodyPr/>
          <a:lstStyle/>
          <a:p>
            <a:r>
              <a:rPr lang="en-US" dirty="0"/>
              <a:t>TAM Sequence Diagram</a:t>
            </a:r>
          </a:p>
        </p:txBody>
      </p:sp>
      <p:cxnSp>
        <p:nvCxnSpPr>
          <p:cNvPr id="3" name="Straight Connector 2">
            <a:extLst>
              <a:ext uri="{FF2B5EF4-FFF2-40B4-BE49-F238E27FC236}">
                <a16:creationId xmlns:a16="http://schemas.microsoft.com/office/drawing/2014/main" id="{CACBB6CF-7166-4280-8ACF-CEF7142605F5}"/>
              </a:ext>
            </a:extLst>
          </p:cNvPr>
          <p:cNvCxnSpPr>
            <a:stCxn id="32" idx="2"/>
          </p:cNvCxnSpPr>
          <p:nvPr/>
        </p:nvCxnSpPr>
        <p:spPr bwMode="auto">
          <a:xfrm rot="16200000" flipH="1">
            <a:off x="1473338" y="4229971"/>
            <a:ext cx="4025900" cy="0"/>
          </a:xfrm>
          <a:prstGeom prst="line">
            <a:avLst/>
          </a:prstGeom>
          <a:solidFill>
            <a:schemeClr val="bg2"/>
          </a:solidFill>
          <a:ln w="9525" cap="flat" cmpd="sng" algn="ctr">
            <a:solidFill>
              <a:srgbClr val="999999"/>
            </a:solidFill>
            <a:prstDash val="lgDash"/>
            <a:round/>
            <a:headEnd type="none" w="med" len="med"/>
            <a:tailEnd type="none" w="med" len="med"/>
          </a:ln>
          <a:effectLst/>
        </p:spPr>
      </p:cxnSp>
      <p:sp>
        <p:nvSpPr>
          <p:cNvPr id="4" name="Rectangle 23">
            <a:extLst>
              <a:ext uri="{FF2B5EF4-FFF2-40B4-BE49-F238E27FC236}">
                <a16:creationId xmlns:a16="http://schemas.microsoft.com/office/drawing/2014/main" id="{83A58899-6B0C-46D9-AF22-B51A8AD4BCB6}"/>
              </a:ext>
            </a:extLst>
          </p:cNvPr>
          <p:cNvSpPr>
            <a:spLocks noChangeArrowheads="1"/>
          </p:cNvSpPr>
          <p:nvPr/>
        </p:nvSpPr>
        <p:spPr bwMode="auto">
          <a:xfrm>
            <a:off x="3413463" y="2217221"/>
            <a:ext cx="142875" cy="1728000"/>
          </a:xfrm>
          <a:prstGeom prst="rect">
            <a:avLst/>
          </a:prstGeom>
          <a:solidFill>
            <a:schemeClr val="bg1"/>
          </a:solidFill>
          <a:ln w="8890">
            <a:solidFill>
              <a:schemeClr val="tx1"/>
            </a:solidFill>
            <a:miter lim="800000"/>
            <a:headEnd/>
            <a:tailEnd/>
          </a:ln>
        </p:spPr>
        <p:txBody>
          <a:bodyPr lIns="36000" tIns="36000" rIns="36000" bIns="36000" anchor="ctr"/>
          <a:lstStyle/>
          <a:p>
            <a:pPr>
              <a:buClrTx/>
              <a:buSzTx/>
              <a:buFontTx/>
              <a:buNone/>
            </a:pPr>
            <a:endParaRPr lang="en-US" sz="1200"/>
          </a:p>
        </p:txBody>
      </p:sp>
      <p:cxnSp>
        <p:nvCxnSpPr>
          <p:cNvPr id="5" name="Straight Connector 4">
            <a:extLst>
              <a:ext uri="{FF2B5EF4-FFF2-40B4-BE49-F238E27FC236}">
                <a16:creationId xmlns:a16="http://schemas.microsoft.com/office/drawing/2014/main" id="{BF5FC6D2-0F52-44AE-979A-C74624A34772}"/>
              </a:ext>
            </a:extLst>
          </p:cNvPr>
          <p:cNvCxnSpPr>
            <a:stCxn id="20" idx="2"/>
          </p:cNvCxnSpPr>
          <p:nvPr/>
        </p:nvCxnSpPr>
        <p:spPr bwMode="auto">
          <a:xfrm rot="16200000" flipH="1">
            <a:off x="2762723" y="4234542"/>
            <a:ext cx="4035425" cy="0"/>
          </a:xfrm>
          <a:prstGeom prst="line">
            <a:avLst/>
          </a:prstGeom>
          <a:solidFill>
            <a:schemeClr val="bg2"/>
          </a:solidFill>
          <a:ln w="9525" cap="flat" cmpd="sng" algn="ctr">
            <a:solidFill>
              <a:srgbClr val="999999"/>
            </a:solidFill>
            <a:prstDash val="lgDash"/>
            <a:round/>
            <a:headEnd type="none" w="med" len="med"/>
            <a:tailEnd type="none" w="med" len="med"/>
          </a:ln>
          <a:effectLst/>
        </p:spPr>
      </p:cxnSp>
      <p:cxnSp>
        <p:nvCxnSpPr>
          <p:cNvPr id="6" name="AutoShape 115">
            <a:extLst>
              <a:ext uri="{FF2B5EF4-FFF2-40B4-BE49-F238E27FC236}">
                <a16:creationId xmlns:a16="http://schemas.microsoft.com/office/drawing/2014/main" id="{10C3A158-8D3F-49B8-A5B9-2B5D3C4E0CE8}"/>
              </a:ext>
            </a:extLst>
          </p:cNvPr>
          <p:cNvCxnSpPr>
            <a:cxnSpLocks noChangeShapeType="1"/>
            <a:stCxn id="31" idx="3"/>
            <a:endCxn id="33" idx="0"/>
          </p:cNvCxnSpPr>
          <p:nvPr/>
        </p:nvCxnSpPr>
        <p:spPr bwMode="auto">
          <a:xfrm>
            <a:off x="3558320" y="2648877"/>
            <a:ext cx="1151425" cy="56"/>
          </a:xfrm>
          <a:prstGeom prst="straightConnector1">
            <a:avLst/>
          </a:prstGeom>
          <a:noFill/>
          <a:ln w="8890">
            <a:solidFill>
              <a:schemeClr val="tx1"/>
            </a:solidFill>
            <a:round/>
            <a:headEnd/>
            <a:tailEnd type="triangle" w="med" len="lg"/>
          </a:ln>
        </p:spPr>
      </p:cxnSp>
      <p:cxnSp>
        <p:nvCxnSpPr>
          <p:cNvPr id="7" name="AutoShape 115">
            <a:extLst>
              <a:ext uri="{FF2B5EF4-FFF2-40B4-BE49-F238E27FC236}">
                <a16:creationId xmlns:a16="http://schemas.microsoft.com/office/drawing/2014/main" id="{91E97674-2D86-4293-A855-92931C7C50C6}"/>
              </a:ext>
            </a:extLst>
          </p:cNvPr>
          <p:cNvCxnSpPr>
            <a:cxnSpLocks noChangeShapeType="1"/>
            <a:stCxn id="22" idx="3"/>
            <a:endCxn id="35" idx="0"/>
          </p:cNvCxnSpPr>
          <p:nvPr/>
        </p:nvCxnSpPr>
        <p:spPr bwMode="auto">
          <a:xfrm flipV="1">
            <a:off x="3557463" y="3441021"/>
            <a:ext cx="1152282" cy="200"/>
          </a:xfrm>
          <a:prstGeom prst="straightConnector1">
            <a:avLst/>
          </a:prstGeom>
          <a:noFill/>
          <a:ln w="8890">
            <a:solidFill>
              <a:schemeClr val="tx1"/>
            </a:solidFill>
            <a:round/>
            <a:headEnd/>
            <a:tailEnd type="arrow" w="med" len="lg"/>
          </a:ln>
        </p:spPr>
      </p:cxnSp>
      <p:sp>
        <p:nvSpPr>
          <p:cNvPr id="8" name="TextBox 21">
            <a:extLst>
              <a:ext uri="{FF2B5EF4-FFF2-40B4-BE49-F238E27FC236}">
                <a16:creationId xmlns:a16="http://schemas.microsoft.com/office/drawing/2014/main" id="{753A6A31-918F-45BD-9FF9-F843B2174489}"/>
              </a:ext>
            </a:extLst>
          </p:cNvPr>
          <p:cNvSpPr txBox="1">
            <a:spLocks noChangeArrowheads="1"/>
          </p:cNvSpPr>
          <p:nvPr/>
        </p:nvSpPr>
        <p:spPr bwMode="auto">
          <a:xfrm>
            <a:off x="3701463" y="2433221"/>
            <a:ext cx="792000" cy="211203"/>
          </a:xfrm>
          <a:prstGeom prst="rect">
            <a:avLst/>
          </a:prstGeom>
          <a:noFill/>
          <a:ln w="9525">
            <a:noFill/>
            <a:miter lim="800000"/>
            <a:headEnd/>
            <a:tailEnd/>
          </a:ln>
        </p:spPr>
        <p:txBody>
          <a:bodyPr wrap="square" lIns="36000" tIns="36000" rIns="36000" bIns="36000">
            <a:spAutoFit/>
          </a:bodyPr>
          <a:lstStyle>
            <a:defPPr>
              <a:defRPr lang="de-DE"/>
            </a:defPPr>
            <a:lvl1pPr>
              <a:defRPr sz="900"/>
            </a:lvl1pPr>
          </a:lstStyle>
          <a:p>
            <a:r>
              <a:rPr lang="en-US" dirty="0"/>
              <a:t>Sync. call</a:t>
            </a:r>
          </a:p>
        </p:txBody>
      </p:sp>
      <p:sp>
        <p:nvSpPr>
          <p:cNvPr id="9" name="TextBox 22">
            <a:extLst>
              <a:ext uri="{FF2B5EF4-FFF2-40B4-BE49-F238E27FC236}">
                <a16:creationId xmlns:a16="http://schemas.microsoft.com/office/drawing/2014/main" id="{572F54B3-EEBB-4524-AE53-AE6C98915488}"/>
              </a:ext>
            </a:extLst>
          </p:cNvPr>
          <p:cNvSpPr txBox="1">
            <a:spLocks noChangeArrowheads="1"/>
          </p:cNvSpPr>
          <p:nvPr/>
        </p:nvSpPr>
        <p:spPr bwMode="auto">
          <a:xfrm>
            <a:off x="3701464" y="2865221"/>
            <a:ext cx="791999" cy="211203"/>
          </a:xfrm>
          <a:prstGeom prst="rect">
            <a:avLst/>
          </a:prstGeom>
          <a:noFill/>
          <a:ln w="9525">
            <a:noFill/>
            <a:miter lim="800000"/>
            <a:headEnd/>
            <a:tailEnd/>
          </a:ln>
        </p:spPr>
        <p:txBody>
          <a:bodyPr wrap="square" lIns="36000" tIns="36000" rIns="36000" bIns="36000">
            <a:spAutoFit/>
          </a:bodyPr>
          <a:lstStyle>
            <a:defPPr>
              <a:defRPr lang="de-DE"/>
            </a:defPPr>
            <a:lvl1pPr>
              <a:defRPr sz="900"/>
            </a:lvl1pPr>
          </a:lstStyle>
          <a:p>
            <a:pPr algn="r"/>
            <a:r>
              <a:rPr lang="en-US" dirty="0"/>
              <a:t>Response</a:t>
            </a:r>
          </a:p>
        </p:txBody>
      </p:sp>
      <p:sp>
        <p:nvSpPr>
          <p:cNvPr id="10" name="TextBox 23">
            <a:extLst>
              <a:ext uri="{FF2B5EF4-FFF2-40B4-BE49-F238E27FC236}">
                <a16:creationId xmlns:a16="http://schemas.microsoft.com/office/drawing/2014/main" id="{9FC83488-E499-4425-B18A-BE1C61A84895}"/>
              </a:ext>
            </a:extLst>
          </p:cNvPr>
          <p:cNvSpPr txBox="1">
            <a:spLocks noChangeArrowheads="1"/>
          </p:cNvSpPr>
          <p:nvPr/>
        </p:nvSpPr>
        <p:spPr bwMode="auto">
          <a:xfrm>
            <a:off x="3701464" y="3230018"/>
            <a:ext cx="792000" cy="211203"/>
          </a:xfrm>
          <a:prstGeom prst="rect">
            <a:avLst/>
          </a:prstGeom>
          <a:noFill/>
          <a:ln w="9525">
            <a:noFill/>
            <a:miter lim="800000"/>
            <a:headEnd/>
            <a:tailEnd/>
          </a:ln>
        </p:spPr>
        <p:txBody>
          <a:bodyPr wrap="square" lIns="36000" tIns="36000" rIns="36000" bIns="36000">
            <a:spAutoFit/>
          </a:bodyPr>
          <a:lstStyle/>
          <a:p>
            <a:r>
              <a:rPr lang="en-US" sz="900" dirty="0" err="1"/>
              <a:t>Async</a:t>
            </a:r>
            <a:r>
              <a:rPr lang="en-US" sz="900" dirty="0"/>
              <a:t>. call</a:t>
            </a:r>
          </a:p>
        </p:txBody>
      </p:sp>
      <p:cxnSp>
        <p:nvCxnSpPr>
          <p:cNvPr id="11" name="Straight Connector 10">
            <a:extLst>
              <a:ext uri="{FF2B5EF4-FFF2-40B4-BE49-F238E27FC236}">
                <a16:creationId xmlns:a16="http://schemas.microsoft.com/office/drawing/2014/main" id="{F1700140-AE46-4126-960F-C2E015C4C43B}"/>
              </a:ext>
            </a:extLst>
          </p:cNvPr>
          <p:cNvCxnSpPr>
            <a:stCxn id="21" idx="2"/>
          </p:cNvCxnSpPr>
          <p:nvPr/>
        </p:nvCxnSpPr>
        <p:spPr bwMode="auto">
          <a:xfrm rot="5400000">
            <a:off x="5786925" y="3946734"/>
            <a:ext cx="4035425" cy="0"/>
          </a:xfrm>
          <a:prstGeom prst="line">
            <a:avLst/>
          </a:prstGeom>
          <a:solidFill>
            <a:schemeClr val="bg2"/>
          </a:solidFill>
          <a:ln w="9525" cap="flat" cmpd="sng" algn="ctr">
            <a:solidFill>
              <a:srgbClr val="999999"/>
            </a:solidFill>
            <a:prstDash val="lgDash"/>
            <a:round/>
            <a:headEnd type="none" w="med" len="med"/>
            <a:tailEnd type="none" w="med" len="med"/>
          </a:ln>
          <a:effectLst/>
        </p:spPr>
      </p:cxnSp>
      <p:cxnSp>
        <p:nvCxnSpPr>
          <p:cNvPr id="12" name="AutoShape 115">
            <a:extLst>
              <a:ext uri="{FF2B5EF4-FFF2-40B4-BE49-F238E27FC236}">
                <a16:creationId xmlns:a16="http://schemas.microsoft.com/office/drawing/2014/main" id="{3F4B5BB0-47F1-438E-9E6D-E269B8B6C192}"/>
              </a:ext>
            </a:extLst>
          </p:cNvPr>
          <p:cNvCxnSpPr>
            <a:cxnSpLocks noChangeShapeType="1"/>
          </p:cNvCxnSpPr>
          <p:nvPr/>
        </p:nvCxnSpPr>
        <p:spPr bwMode="auto">
          <a:xfrm>
            <a:off x="8453963" y="2433221"/>
            <a:ext cx="1079500" cy="0"/>
          </a:xfrm>
          <a:prstGeom prst="straightConnector1">
            <a:avLst/>
          </a:prstGeom>
          <a:noFill/>
          <a:ln w="8890">
            <a:solidFill>
              <a:schemeClr val="tx1"/>
            </a:solidFill>
            <a:round/>
            <a:headEnd/>
            <a:tailEnd type="triangle" w="med" len="lg"/>
          </a:ln>
        </p:spPr>
      </p:cxnSp>
      <p:sp>
        <p:nvSpPr>
          <p:cNvPr id="13" name="TextBox 29">
            <a:extLst>
              <a:ext uri="{FF2B5EF4-FFF2-40B4-BE49-F238E27FC236}">
                <a16:creationId xmlns:a16="http://schemas.microsoft.com/office/drawing/2014/main" id="{B5D21D55-88FB-430F-B70F-67DA253DC78D}"/>
              </a:ext>
            </a:extLst>
          </p:cNvPr>
          <p:cNvSpPr txBox="1">
            <a:spLocks noChangeArrowheads="1"/>
          </p:cNvSpPr>
          <p:nvPr/>
        </p:nvSpPr>
        <p:spPr bwMode="auto">
          <a:xfrm>
            <a:off x="8525463" y="2217221"/>
            <a:ext cx="792000" cy="211203"/>
          </a:xfrm>
          <a:prstGeom prst="rect">
            <a:avLst/>
          </a:prstGeom>
          <a:noFill/>
          <a:ln w="9525">
            <a:noFill/>
            <a:miter lim="800000"/>
            <a:headEnd/>
            <a:tailEnd/>
          </a:ln>
        </p:spPr>
        <p:txBody>
          <a:bodyPr wrap="square" lIns="36000" tIns="36000" rIns="36000" bIns="36000">
            <a:spAutoFit/>
          </a:bodyPr>
          <a:lstStyle/>
          <a:p>
            <a:r>
              <a:rPr lang="en-US" sz="900" dirty="0"/>
              <a:t>Sync. call</a:t>
            </a:r>
          </a:p>
        </p:txBody>
      </p:sp>
      <p:cxnSp>
        <p:nvCxnSpPr>
          <p:cNvPr id="14" name="AutoShape 116">
            <a:extLst>
              <a:ext uri="{FF2B5EF4-FFF2-40B4-BE49-F238E27FC236}">
                <a16:creationId xmlns:a16="http://schemas.microsoft.com/office/drawing/2014/main" id="{5964240B-4DB8-49A9-924B-E339F07AE208}"/>
              </a:ext>
            </a:extLst>
          </p:cNvPr>
          <p:cNvCxnSpPr>
            <a:cxnSpLocks noChangeShapeType="1"/>
          </p:cNvCxnSpPr>
          <p:nvPr/>
        </p:nvCxnSpPr>
        <p:spPr bwMode="auto">
          <a:xfrm flipH="1">
            <a:off x="8453463" y="2937221"/>
            <a:ext cx="1080000" cy="0"/>
          </a:xfrm>
          <a:prstGeom prst="straightConnector1">
            <a:avLst/>
          </a:prstGeom>
          <a:noFill/>
          <a:ln w="8890">
            <a:solidFill>
              <a:schemeClr val="tx1"/>
            </a:solidFill>
            <a:prstDash val="dash"/>
            <a:round/>
            <a:headEnd type="none" w="med" len="lg"/>
            <a:tailEnd type="arrow"/>
          </a:ln>
        </p:spPr>
      </p:cxnSp>
      <p:sp>
        <p:nvSpPr>
          <p:cNvPr id="15" name="TextBox 31">
            <a:extLst>
              <a:ext uri="{FF2B5EF4-FFF2-40B4-BE49-F238E27FC236}">
                <a16:creationId xmlns:a16="http://schemas.microsoft.com/office/drawing/2014/main" id="{BB755992-A711-471A-BF0B-04D2FB1B6C83}"/>
              </a:ext>
            </a:extLst>
          </p:cNvPr>
          <p:cNvSpPr txBox="1">
            <a:spLocks noChangeArrowheads="1"/>
          </p:cNvSpPr>
          <p:nvPr/>
        </p:nvSpPr>
        <p:spPr bwMode="auto">
          <a:xfrm>
            <a:off x="8597463" y="2721221"/>
            <a:ext cx="792000" cy="211203"/>
          </a:xfrm>
          <a:prstGeom prst="rect">
            <a:avLst/>
          </a:prstGeom>
          <a:noFill/>
          <a:ln w="9525">
            <a:noFill/>
            <a:miter lim="800000"/>
            <a:headEnd/>
            <a:tailEnd/>
          </a:ln>
        </p:spPr>
        <p:txBody>
          <a:bodyPr wrap="square" lIns="36000" tIns="36000" rIns="36000" bIns="36000">
            <a:spAutoFit/>
          </a:bodyPr>
          <a:lstStyle/>
          <a:p>
            <a:pPr algn="r"/>
            <a:r>
              <a:rPr lang="en-US" sz="900" dirty="0"/>
              <a:t>Response</a:t>
            </a:r>
          </a:p>
        </p:txBody>
      </p:sp>
      <p:cxnSp>
        <p:nvCxnSpPr>
          <p:cNvPr id="16" name="AutoShape 115">
            <a:extLst>
              <a:ext uri="{FF2B5EF4-FFF2-40B4-BE49-F238E27FC236}">
                <a16:creationId xmlns:a16="http://schemas.microsoft.com/office/drawing/2014/main" id="{F46A1C35-32B4-45E4-8FDE-D68D11E5A249}"/>
              </a:ext>
            </a:extLst>
          </p:cNvPr>
          <p:cNvCxnSpPr>
            <a:cxnSpLocks noChangeShapeType="1"/>
          </p:cNvCxnSpPr>
          <p:nvPr/>
        </p:nvCxnSpPr>
        <p:spPr bwMode="auto">
          <a:xfrm>
            <a:off x="8471151" y="3585221"/>
            <a:ext cx="1079500" cy="0"/>
          </a:xfrm>
          <a:prstGeom prst="straightConnector1">
            <a:avLst/>
          </a:prstGeom>
          <a:noFill/>
          <a:ln w="8890">
            <a:solidFill>
              <a:schemeClr val="tx1"/>
            </a:solidFill>
            <a:round/>
            <a:headEnd/>
            <a:tailEnd type="arrow" w="med" len="lg"/>
          </a:ln>
        </p:spPr>
      </p:cxnSp>
      <p:sp>
        <p:nvSpPr>
          <p:cNvPr id="17" name="TextBox 33">
            <a:extLst>
              <a:ext uri="{FF2B5EF4-FFF2-40B4-BE49-F238E27FC236}">
                <a16:creationId xmlns:a16="http://schemas.microsoft.com/office/drawing/2014/main" id="{2BB5283A-0246-45D5-A5C1-38F2F53052F1}"/>
              </a:ext>
            </a:extLst>
          </p:cNvPr>
          <p:cNvSpPr txBox="1">
            <a:spLocks noChangeArrowheads="1"/>
          </p:cNvSpPr>
          <p:nvPr/>
        </p:nvSpPr>
        <p:spPr bwMode="auto">
          <a:xfrm>
            <a:off x="8525463" y="3369221"/>
            <a:ext cx="792000" cy="211203"/>
          </a:xfrm>
          <a:prstGeom prst="rect">
            <a:avLst/>
          </a:prstGeom>
          <a:noFill/>
          <a:ln w="9525">
            <a:noFill/>
            <a:miter lim="800000"/>
            <a:headEnd/>
            <a:tailEnd/>
          </a:ln>
        </p:spPr>
        <p:txBody>
          <a:bodyPr wrap="square" lIns="36000" tIns="36000" rIns="36000" bIns="36000">
            <a:spAutoFit/>
          </a:bodyPr>
          <a:lstStyle/>
          <a:p>
            <a:r>
              <a:rPr lang="en-US" sz="900" dirty="0" err="1"/>
              <a:t>Async</a:t>
            </a:r>
            <a:r>
              <a:rPr lang="en-US" sz="900" dirty="0"/>
              <a:t>. call</a:t>
            </a:r>
          </a:p>
        </p:txBody>
      </p:sp>
      <p:sp>
        <p:nvSpPr>
          <p:cNvPr id="18" name="Rectangle 23">
            <a:extLst>
              <a:ext uri="{FF2B5EF4-FFF2-40B4-BE49-F238E27FC236}">
                <a16:creationId xmlns:a16="http://schemas.microsoft.com/office/drawing/2014/main" id="{2A909671-9D4B-459C-ADCE-0C2BF11F087C}"/>
              </a:ext>
            </a:extLst>
          </p:cNvPr>
          <p:cNvSpPr>
            <a:spLocks noChangeArrowheads="1"/>
          </p:cNvSpPr>
          <p:nvPr/>
        </p:nvSpPr>
        <p:spPr bwMode="auto">
          <a:xfrm>
            <a:off x="7229527" y="2289085"/>
            <a:ext cx="145217" cy="431800"/>
          </a:xfrm>
          <a:custGeom>
            <a:avLst/>
            <a:gdLst>
              <a:gd name="connsiteX0" fmla="*/ 0 w 144463"/>
              <a:gd name="connsiteY0" fmla="*/ 0 h 431800"/>
              <a:gd name="connsiteX1" fmla="*/ 144463 w 144463"/>
              <a:gd name="connsiteY1" fmla="*/ 0 h 431800"/>
              <a:gd name="connsiteX2" fmla="*/ 144463 w 144463"/>
              <a:gd name="connsiteY2" fmla="*/ 431800 h 431800"/>
              <a:gd name="connsiteX3" fmla="*/ 0 w 144463"/>
              <a:gd name="connsiteY3" fmla="*/ 431800 h 431800"/>
              <a:gd name="connsiteX4" fmla="*/ 0 w 144463"/>
              <a:gd name="connsiteY4" fmla="*/ 0 h 431800"/>
              <a:gd name="connsiteX0" fmla="*/ 754 w 145217"/>
              <a:gd name="connsiteY0" fmla="*/ 0 h 431800"/>
              <a:gd name="connsiteX1" fmla="*/ 145217 w 145217"/>
              <a:gd name="connsiteY1" fmla="*/ 0 h 431800"/>
              <a:gd name="connsiteX2" fmla="*/ 145217 w 145217"/>
              <a:gd name="connsiteY2" fmla="*/ 431800 h 431800"/>
              <a:gd name="connsiteX3" fmla="*/ 754 w 145217"/>
              <a:gd name="connsiteY3" fmla="*/ 431800 h 431800"/>
              <a:gd name="connsiteX4" fmla="*/ 0 w 145217"/>
              <a:gd name="connsiteY4" fmla="*/ 214109 h 431800"/>
              <a:gd name="connsiteX5" fmla="*/ 754 w 145217"/>
              <a:gd name="connsiteY5" fmla="*/ 0 h 431800"/>
              <a:gd name="connsiteX0" fmla="*/ 754 w 145217"/>
              <a:gd name="connsiteY0" fmla="*/ 0 h 431800"/>
              <a:gd name="connsiteX1" fmla="*/ 145217 w 145217"/>
              <a:gd name="connsiteY1" fmla="*/ 0 h 431800"/>
              <a:gd name="connsiteX2" fmla="*/ 144780 w 145217"/>
              <a:gd name="connsiteY2" fmla="*/ 217919 h 431800"/>
              <a:gd name="connsiteX3" fmla="*/ 145217 w 145217"/>
              <a:gd name="connsiteY3" fmla="*/ 431800 h 431800"/>
              <a:gd name="connsiteX4" fmla="*/ 754 w 145217"/>
              <a:gd name="connsiteY4" fmla="*/ 431800 h 431800"/>
              <a:gd name="connsiteX5" fmla="*/ 0 w 145217"/>
              <a:gd name="connsiteY5" fmla="*/ 214109 h 431800"/>
              <a:gd name="connsiteX6" fmla="*/ 754 w 145217"/>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217" h="431800">
                <a:moveTo>
                  <a:pt x="754" y="0"/>
                </a:moveTo>
                <a:lnTo>
                  <a:pt x="145217" y="0"/>
                </a:lnTo>
                <a:cubicBezTo>
                  <a:pt x="145071" y="72640"/>
                  <a:pt x="144926" y="145279"/>
                  <a:pt x="144780" y="217919"/>
                </a:cubicBezTo>
                <a:cubicBezTo>
                  <a:pt x="144926" y="289213"/>
                  <a:pt x="145071" y="360506"/>
                  <a:pt x="145217" y="431800"/>
                </a:cubicBezTo>
                <a:lnTo>
                  <a:pt x="754" y="431800"/>
                </a:lnTo>
                <a:cubicBezTo>
                  <a:pt x="503" y="359236"/>
                  <a:pt x="251" y="286673"/>
                  <a:pt x="0" y="214109"/>
                </a:cubicBezTo>
                <a:cubicBezTo>
                  <a:pt x="251" y="142739"/>
                  <a:pt x="503" y="71370"/>
                  <a:pt x="754" y="0"/>
                </a:cubicBezTo>
                <a:close/>
              </a:path>
            </a:pathLst>
          </a:custGeom>
          <a:solidFill>
            <a:srgbClr val="B2B2B2"/>
          </a:solidFill>
          <a:ln w="8890">
            <a:solidFill>
              <a:schemeClr val="tx1"/>
            </a:solidFill>
            <a:miter lim="800000"/>
            <a:headEnd/>
            <a:tailEnd/>
          </a:ln>
        </p:spPr>
        <p:txBody>
          <a:bodyPr lIns="36000" tIns="36000" rIns="36000" bIns="36000" anchor="ctr"/>
          <a:lstStyle/>
          <a:p>
            <a:pPr>
              <a:buClrTx/>
              <a:buSzTx/>
              <a:buFontTx/>
              <a:buNone/>
            </a:pPr>
            <a:endParaRPr lang="en-US" sz="1200" dirty="0"/>
          </a:p>
        </p:txBody>
      </p:sp>
      <p:cxnSp>
        <p:nvCxnSpPr>
          <p:cNvPr id="19" name="AutoShape 116">
            <a:extLst>
              <a:ext uri="{FF2B5EF4-FFF2-40B4-BE49-F238E27FC236}">
                <a16:creationId xmlns:a16="http://schemas.microsoft.com/office/drawing/2014/main" id="{3D71BE4C-5EDF-4EBF-BE65-BAE7FDAF0651}"/>
              </a:ext>
            </a:extLst>
          </p:cNvPr>
          <p:cNvCxnSpPr>
            <a:cxnSpLocks noChangeShapeType="1"/>
            <a:stCxn id="33" idx="4"/>
            <a:endCxn id="34" idx="1"/>
          </p:cNvCxnSpPr>
          <p:nvPr/>
        </p:nvCxnSpPr>
        <p:spPr bwMode="auto">
          <a:xfrm flipH="1">
            <a:off x="3558320" y="3080733"/>
            <a:ext cx="1151425" cy="440"/>
          </a:xfrm>
          <a:prstGeom prst="straightConnector1">
            <a:avLst/>
          </a:prstGeom>
          <a:noFill/>
          <a:ln w="8890">
            <a:solidFill>
              <a:schemeClr val="tx1"/>
            </a:solidFill>
            <a:prstDash val="dash"/>
            <a:round/>
            <a:headEnd type="none" w="med" len="lg"/>
            <a:tailEnd type="arrow"/>
          </a:ln>
        </p:spPr>
      </p:cxnSp>
      <p:sp>
        <p:nvSpPr>
          <p:cNvPr id="20" name="Rectangle 19">
            <a:extLst>
              <a:ext uri="{FF2B5EF4-FFF2-40B4-BE49-F238E27FC236}">
                <a16:creationId xmlns:a16="http://schemas.microsoft.com/office/drawing/2014/main" id="{0B1F770D-DEE9-427F-851F-75AB7E722128}"/>
              </a:ext>
            </a:extLst>
          </p:cNvPr>
          <p:cNvSpPr>
            <a:spLocks noChangeArrowheads="1"/>
          </p:cNvSpPr>
          <p:nvPr/>
        </p:nvSpPr>
        <p:spPr bwMode="auto">
          <a:xfrm>
            <a:off x="4277199" y="1785029"/>
            <a:ext cx="1008062"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u="sng" dirty="0"/>
              <a:t>Agent’s Name</a:t>
            </a:r>
          </a:p>
        </p:txBody>
      </p:sp>
      <p:sp>
        <p:nvSpPr>
          <p:cNvPr id="21" name="Rectangle 6">
            <a:extLst>
              <a:ext uri="{FF2B5EF4-FFF2-40B4-BE49-F238E27FC236}">
                <a16:creationId xmlns:a16="http://schemas.microsoft.com/office/drawing/2014/main" id="{811AF4DD-A3DE-46C6-AABD-9F86E3F4889A}"/>
              </a:ext>
            </a:extLst>
          </p:cNvPr>
          <p:cNvSpPr>
            <a:spLocks noChangeArrowheads="1"/>
          </p:cNvSpPr>
          <p:nvPr/>
        </p:nvSpPr>
        <p:spPr bwMode="auto">
          <a:xfrm>
            <a:off x="7301401" y="1497221"/>
            <a:ext cx="1008062"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u="sng"/>
              <a:t>Agent’s Name</a:t>
            </a:r>
          </a:p>
        </p:txBody>
      </p:sp>
      <p:sp>
        <p:nvSpPr>
          <p:cNvPr id="22" name="Rectangle 23">
            <a:extLst>
              <a:ext uri="{FF2B5EF4-FFF2-40B4-BE49-F238E27FC236}">
                <a16:creationId xmlns:a16="http://schemas.microsoft.com/office/drawing/2014/main" id="{0ECD815F-9EE0-45CB-A29C-2CA6D25CBB6A}"/>
              </a:ext>
            </a:extLst>
          </p:cNvPr>
          <p:cNvSpPr>
            <a:spLocks noChangeArrowheads="1"/>
          </p:cNvSpPr>
          <p:nvPr/>
        </p:nvSpPr>
        <p:spPr bwMode="auto">
          <a:xfrm>
            <a:off x="3485463" y="3369221"/>
            <a:ext cx="72000" cy="144000"/>
          </a:xfrm>
          <a:prstGeom prst="rect">
            <a:avLst/>
          </a:prstGeom>
          <a:noFill/>
          <a:ln w="8890">
            <a:noFill/>
            <a:miter lim="800000"/>
            <a:headEnd/>
            <a:tailEnd/>
          </a:ln>
        </p:spPr>
        <p:txBody>
          <a:bodyPr lIns="36000" tIns="36000" rIns="36000" bIns="36000" anchor="ctr"/>
          <a:lstStyle/>
          <a:p>
            <a:pPr>
              <a:buClrTx/>
              <a:buSzTx/>
              <a:buFontTx/>
              <a:buNone/>
            </a:pPr>
            <a:endParaRPr lang="en-US" sz="1200"/>
          </a:p>
        </p:txBody>
      </p:sp>
      <p:sp>
        <p:nvSpPr>
          <p:cNvPr id="23" name="Rectangle 23">
            <a:extLst>
              <a:ext uri="{FF2B5EF4-FFF2-40B4-BE49-F238E27FC236}">
                <a16:creationId xmlns:a16="http://schemas.microsoft.com/office/drawing/2014/main" id="{9FAAAAF0-6A72-4A9C-9907-F48C2A7FA45C}"/>
              </a:ext>
            </a:extLst>
          </p:cNvPr>
          <p:cNvSpPr>
            <a:spLocks noChangeArrowheads="1"/>
          </p:cNvSpPr>
          <p:nvPr/>
        </p:nvSpPr>
        <p:spPr bwMode="auto">
          <a:xfrm>
            <a:off x="6795310" y="3947091"/>
            <a:ext cx="72000" cy="144000"/>
          </a:xfrm>
          <a:prstGeom prst="rect">
            <a:avLst/>
          </a:prstGeom>
          <a:noFill/>
          <a:ln w="8890">
            <a:noFill/>
            <a:miter lim="800000"/>
            <a:headEnd/>
            <a:tailEnd/>
          </a:ln>
        </p:spPr>
        <p:txBody>
          <a:bodyPr lIns="36000" tIns="36000" rIns="36000" bIns="36000" anchor="ctr"/>
          <a:lstStyle/>
          <a:p>
            <a:pPr>
              <a:buClrTx/>
              <a:buSzTx/>
              <a:buFontTx/>
              <a:buNone/>
            </a:pPr>
            <a:endParaRPr lang="en-US" sz="1200"/>
          </a:p>
        </p:txBody>
      </p:sp>
      <p:sp>
        <p:nvSpPr>
          <p:cNvPr id="24" name="TextBox 29">
            <a:extLst>
              <a:ext uri="{FF2B5EF4-FFF2-40B4-BE49-F238E27FC236}">
                <a16:creationId xmlns:a16="http://schemas.microsoft.com/office/drawing/2014/main" id="{28374EFF-9299-4902-BA7A-3CEA2D1372A5}"/>
              </a:ext>
            </a:extLst>
          </p:cNvPr>
          <p:cNvSpPr txBox="1">
            <a:spLocks noChangeArrowheads="1"/>
          </p:cNvSpPr>
          <p:nvPr/>
        </p:nvSpPr>
        <p:spPr bwMode="auto">
          <a:xfrm>
            <a:off x="6581463" y="4233221"/>
            <a:ext cx="1152120" cy="1873196"/>
          </a:xfrm>
          <a:prstGeom prst="rect">
            <a:avLst/>
          </a:prstGeom>
          <a:noFill/>
          <a:ln w="9525">
            <a:noFill/>
            <a:miter lim="800000"/>
            <a:headEnd/>
            <a:tailEnd/>
          </a:ln>
        </p:spPr>
        <p:txBody>
          <a:bodyPr wrap="square" lIns="36000" tIns="36000" rIns="36000" bIns="36000">
            <a:spAutoFit/>
          </a:bodyPr>
          <a:lstStyle/>
          <a:p>
            <a:r>
              <a:rPr lang="en-US" sz="900" dirty="0"/>
              <a:t>Invisible helper to be placed on the lifelines with anchor points for the arrows. Usage can ease working with complex layouts like in the left diagram with a start point for the </a:t>
            </a:r>
            <a:r>
              <a:rPr lang="en-US" sz="900" dirty="0" err="1"/>
              <a:t>async</a:t>
            </a:r>
            <a:r>
              <a:rPr lang="en-US" sz="900" dirty="0"/>
              <a:t>. call somewhere between start and end of the gray activation area.</a:t>
            </a:r>
          </a:p>
        </p:txBody>
      </p:sp>
      <p:sp>
        <p:nvSpPr>
          <p:cNvPr id="25" name="Arrow: Down 24">
            <a:extLst>
              <a:ext uri="{FF2B5EF4-FFF2-40B4-BE49-F238E27FC236}">
                <a16:creationId xmlns:a16="http://schemas.microsoft.com/office/drawing/2014/main" id="{2168D678-2640-4AF7-9AD7-63F954FE4641}"/>
              </a:ext>
            </a:extLst>
          </p:cNvPr>
          <p:cNvSpPr/>
          <p:nvPr/>
        </p:nvSpPr>
        <p:spPr bwMode="gray">
          <a:xfrm rot="13469005">
            <a:off x="6651310" y="4091091"/>
            <a:ext cx="72000" cy="144000"/>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6" name="Arrow: Down 25">
            <a:extLst>
              <a:ext uri="{FF2B5EF4-FFF2-40B4-BE49-F238E27FC236}">
                <a16:creationId xmlns:a16="http://schemas.microsoft.com/office/drawing/2014/main" id="{238685F8-4C4B-492E-BD26-E05E61B7FDA5}"/>
              </a:ext>
            </a:extLst>
          </p:cNvPr>
          <p:cNvSpPr/>
          <p:nvPr/>
        </p:nvSpPr>
        <p:spPr bwMode="gray">
          <a:xfrm rot="8316583">
            <a:off x="6908075" y="4095041"/>
            <a:ext cx="72000" cy="144000"/>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7" name="AutoShape 115">
            <a:extLst>
              <a:ext uri="{FF2B5EF4-FFF2-40B4-BE49-F238E27FC236}">
                <a16:creationId xmlns:a16="http://schemas.microsoft.com/office/drawing/2014/main" id="{DC5D2821-267F-4F3B-86DF-CEA52B0EE42D}"/>
              </a:ext>
            </a:extLst>
          </p:cNvPr>
          <p:cNvCxnSpPr>
            <a:cxnSpLocks noChangeShapeType="1"/>
            <a:endCxn id="29" idx="0"/>
          </p:cNvCxnSpPr>
          <p:nvPr/>
        </p:nvCxnSpPr>
        <p:spPr bwMode="auto">
          <a:xfrm>
            <a:off x="5861375" y="2289085"/>
            <a:ext cx="792088" cy="0"/>
          </a:xfrm>
          <a:prstGeom prst="straightConnector1">
            <a:avLst/>
          </a:prstGeom>
          <a:noFill/>
          <a:ln w="8890">
            <a:solidFill>
              <a:schemeClr val="tx1"/>
            </a:solidFill>
            <a:round/>
            <a:headEnd/>
            <a:tailEnd type="triangle" w="med" len="lg"/>
          </a:ln>
        </p:spPr>
      </p:cxnSp>
      <p:sp>
        <p:nvSpPr>
          <p:cNvPr id="28" name="Rectangle 23">
            <a:extLst>
              <a:ext uri="{FF2B5EF4-FFF2-40B4-BE49-F238E27FC236}">
                <a16:creationId xmlns:a16="http://schemas.microsoft.com/office/drawing/2014/main" id="{05D14D0A-D523-4338-9749-D8F0BBE88FAF}"/>
              </a:ext>
            </a:extLst>
          </p:cNvPr>
          <p:cNvSpPr>
            <a:spLocks noChangeArrowheads="1"/>
          </p:cNvSpPr>
          <p:nvPr/>
        </p:nvSpPr>
        <p:spPr bwMode="auto">
          <a:xfrm>
            <a:off x="7733583" y="2289085"/>
            <a:ext cx="145217" cy="431800"/>
          </a:xfrm>
          <a:custGeom>
            <a:avLst/>
            <a:gdLst>
              <a:gd name="connsiteX0" fmla="*/ 0 w 144463"/>
              <a:gd name="connsiteY0" fmla="*/ 0 h 431800"/>
              <a:gd name="connsiteX1" fmla="*/ 144463 w 144463"/>
              <a:gd name="connsiteY1" fmla="*/ 0 h 431800"/>
              <a:gd name="connsiteX2" fmla="*/ 144463 w 144463"/>
              <a:gd name="connsiteY2" fmla="*/ 431800 h 431800"/>
              <a:gd name="connsiteX3" fmla="*/ 0 w 144463"/>
              <a:gd name="connsiteY3" fmla="*/ 431800 h 431800"/>
              <a:gd name="connsiteX4" fmla="*/ 0 w 144463"/>
              <a:gd name="connsiteY4" fmla="*/ 0 h 431800"/>
              <a:gd name="connsiteX0" fmla="*/ 754 w 145217"/>
              <a:gd name="connsiteY0" fmla="*/ 0 h 431800"/>
              <a:gd name="connsiteX1" fmla="*/ 145217 w 145217"/>
              <a:gd name="connsiteY1" fmla="*/ 0 h 431800"/>
              <a:gd name="connsiteX2" fmla="*/ 145217 w 145217"/>
              <a:gd name="connsiteY2" fmla="*/ 431800 h 431800"/>
              <a:gd name="connsiteX3" fmla="*/ 754 w 145217"/>
              <a:gd name="connsiteY3" fmla="*/ 431800 h 431800"/>
              <a:gd name="connsiteX4" fmla="*/ 0 w 145217"/>
              <a:gd name="connsiteY4" fmla="*/ 214109 h 431800"/>
              <a:gd name="connsiteX5" fmla="*/ 754 w 145217"/>
              <a:gd name="connsiteY5" fmla="*/ 0 h 431800"/>
              <a:gd name="connsiteX0" fmla="*/ 754 w 145217"/>
              <a:gd name="connsiteY0" fmla="*/ 0 h 431800"/>
              <a:gd name="connsiteX1" fmla="*/ 145217 w 145217"/>
              <a:gd name="connsiteY1" fmla="*/ 0 h 431800"/>
              <a:gd name="connsiteX2" fmla="*/ 144780 w 145217"/>
              <a:gd name="connsiteY2" fmla="*/ 217919 h 431800"/>
              <a:gd name="connsiteX3" fmla="*/ 145217 w 145217"/>
              <a:gd name="connsiteY3" fmla="*/ 431800 h 431800"/>
              <a:gd name="connsiteX4" fmla="*/ 754 w 145217"/>
              <a:gd name="connsiteY4" fmla="*/ 431800 h 431800"/>
              <a:gd name="connsiteX5" fmla="*/ 0 w 145217"/>
              <a:gd name="connsiteY5" fmla="*/ 214109 h 431800"/>
              <a:gd name="connsiteX6" fmla="*/ 754 w 145217"/>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217" h="431800">
                <a:moveTo>
                  <a:pt x="754" y="0"/>
                </a:moveTo>
                <a:lnTo>
                  <a:pt x="145217" y="0"/>
                </a:lnTo>
                <a:cubicBezTo>
                  <a:pt x="145071" y="72640"/>
                  <a:pt x="144926" y="145279"/>
                  <a:pt x="144780" y="217919"/>
                </a:cubicBezTo>
                <a:cubicBezTo>
                  <a:pt x="144926" y="289213"/>
                  <a:pt x="145071" y="360506"/>
                  <a:pt x="145217" y="431800"/>
                </a:cubicBezTo>
                <a:lnTo>
                  <a:pt x="754" y="431800"/>
                </a:lnTo>
                <a:cubicBezTo>
                  <a:pt x="503" y="359236"/>
                  <a:pt x="251" y="286673"/>
                  <a:pt x="0" y="214109"/>
                </a:cubicBezTo>
                <a:cubicBezTo>
                  <a:pt x="251" y="142739"/>
                  <a:pt x="503" y="71370"/>
                  <a:pt x="754" y="0"/>
                </a:cubicBezTo>
                <a:close/>
              </a:path>
            </a:pathLst>
          </a:custGeom>
          <a:solidFill>
            <a:srgbClr val="B2B2B2"/>
          </a:solidFill>
          <a:ln w="8890">
            <a:solidFill>
              <a:schemeClr val="tx1"/>
            </a:solidFill>
            <a:miter lim="800000"/>
            <a:headEnd/>
            <a:tailEnd/>
          </a:ln>
        </p:spPr>
        <p:txBody>
          <a:bodyPr lIns="36000" tIns="36000" rIns="36000" bIns="36000" anchor="ctr"/>
          <a:lstStyle/>
          <a:p>
            <a:pPr>
              <a:buClrTx/>
              <a:buSzTx/>
              <a:buFontTx/>
              <a:buNone/>
            </a:pPr>
            <a:endParaRPr lang="en-US" sz="1200"/>
          </a:p>
        </p:txBody>
      </p:sp>
      <p:sp>
        <p:nvSpPr>
          <p:cNvPr id="29" name="Rectangle 23">
            <a:extLst>
              <a:ext uri="{FF2B5EF4-FFF2-40B4-BE49-F238E27FC236}">
                <a16:creationId xmlns:a16="http://schemas.microsoft.com/office/drawing/2014/main" id="{7B3A95B9-5BDA-4E3E-94F2-8CCD0CA3C4A1}"/>
              </a:ext>
            </a:extLst>
          </p:cNvPr>
          <p:cNvSpPr>
            <a:spLocks noChangeArrowheads="1"/>
          </p:cNvSpPr>
          <p:nvPr/>
        </p:nvSpPr>
        <p:spPr bwMode="auto">
          <a:xfrm>
            <a:off x="6653463" y="2289085"/>
            <a:ext cx="144780" cy="864096"/>
          </a:xfrm>
          <a:custGeom>
            <a:avLst/>
            <a:gdLst>
              <a:gd name="connsiteX0" fmla="*/ 0 w 144463"/>
              <a:gd name="connsiteY0" fmla="*/ 0 h 864096"/>
              <a:gd name="connsiteX1" fmla="*/ 144463 w 144463"/>
              <a:gd name="connsiteY1" fmla="*/ 0 h 864096"/>
              <a:gd name="connsiteX2" fmla="*/ 144463 w 144463"/>
              <a:gd name="connsiteY2" fmla="*/ 864096 h 864096"/>
              <a:gd name="connsiteX3" fmla="*/ 0 w 144463"/>
              <a:gd name="connsiteY3" fmla="*/ 864096 h 864096"/>
              <a:gd name="connsiteX4" fmla="*/ 0 w 144463"/>
              <a:gd name="connsiteY4" fmla="*/ 0 h 864096"/>
              <a:gd name="connsiteX0" fmla="*/ 0 w 144463"/>
              <a:gd name="connsiteY0" fmla="*/ 0 h 864096"/>
              <a:gd name="connsiteX1" fmla="*/ 144463 w 144463"/>
              <a:gd name="connsiteY1" fmla="*/ 0 h 864096"/>
              <a:gd name="connsiteX2" fmla="*/ 144463 w 144463"/>
              <a:gd name="connsiteY2" fmla="*/ 864096 h 864096"/>
              <a:gd name="connsiteX3" fmla="*/ 0 w 144463"/>
              <a:gd name="connsiteY3" fmla="*/ 864096 h 864096"/>
              <a:gd name="connsiteX4" fmla="*/ 0 w 144463"/>
              <a:gd name="connsiteY4" fmla="*/ 432038 h 864096"/>
              <a:gd name="connsiteX5" fmla="*/ 0 w 144463"/>
              <a:gd name="connsiteY5" fmla="*/ 0 h 864096"/>
              <a:gd name="connsiteX0" fmla="*/ 0 w 144780"/>
              <a:gd name="connsiteY0" fmla="*/ 0 h 864096"/>
              <a:gd name="connsiteX1" fmla="*/ 144463 w 144780"/>
              <a:gd name="connsiteY1" fmla="*/ 0 h 864096"/>
              <a:gd name="connsiteX2" fmla="*/ 144780 w 144780"/>
              <a:gd name="connsiteY2" fmla="*/ 430133 h 864096"/>
              <a:gd name="connsiteX3" fmla="*/ 144463 w 144780"/>
              <a:gd name="connsiteY3" fmla="*/ 864096 h 864096"/>
              <a:gd name="connsiteX4" fmla="*/ 0 w 144780"/>
              <a:gd name="connsiteY4" fmla="*/ 864096 h 864096"/>
              <a:gd name="connsiteX5" fmla="*/ 0 w 144780"/>
              <a:gd name="connsiteY5" fmla="*/ 432038 h 864096"/>
              <a:gd name="connsiteX6" fmla="*/ 0 w 144780"/>
              <a:gd name="connsiteY6" fmla="*/ 0 h 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780" h="864096">
                <a:moveTo>
                  <a:pt x="0" y="0"/>
                </a:moveTo>
                <a:lnTo>
                  <a:pt x="144463" y="0"/>
                </a:lnTo>
                <a:cubicBezTo>
                  <a:pt x="144569" y="143378"/>
                  <a:pt x="144674" y="286755"/>
                  <a:pt x="144780" y="430133"/>
                </a:cubicBezTo>
                <a:cubicBezTo>
                  <a:pt x="144674" y="574787"/>
                  <a:pt x="144569" y="719442"/>
                  <a:pt x="144463" y="864096"/>
                </a:cubicBezTo>
                <a:lnTo>
                  <a:pt x="0" y="864096"/>
                </a:lnTo>
                <a:lnTo>
                  <a:pt x="0" y="432038"/>
                </a:lnTo>
                <a:lnTo>
                  <a:pt x="0" y="0"/>
                </a:lnTo>
                <a:close/>
              </a:path>
            </a:pathLst>
          </a:custGeom>
          <a:solidFill>
            <a:schemeClr val="bg1"/>
          </a:solidFill>
          <a:ln w="8890">
            <a:solidFill>
              <a:schemeClr val="tx1"/>
            </a:solidFill>
            <a:miter lim="800000"/>
            <a:headEnd/>
            <a:tailEnd/>
          </a:ln>
        </p:spPr>
        <p:txBody>
          <a:bodyPr lIns="36000" tIns="36000" rIns="36000" bIns="36000" anchor="ctr"/>
          <a:lstStyle/>
          <a:p>
            <a:pPr>
              <a:buClrTx/>
              <a:buSzTx/>
              <a:buFontTx/>
              <a:buNone/>
            </a:pPr>
            <a:endParaRPr lang="en-US" sz="1200"/>
          </a:p>
        </p:txBody>
      </p:sp>
      <p:sp>
        <p:nvSpPr>
          <p:cNvPr id="30" name="Rectangle 23">
            <a:extLst>
              <a:ext uri="{FF2B5EF4-FFF2-40B4-BE49-F238E27FC236}">
                <a16:creationId xmlns:a16="http://schemas.microsoft.com/office/drawing/2014/main" id="{694C5AD9-0E2E-4AA0-AA00-951DD60BBD36}"/>
              </a:ext>
            </a:extLst>
          </p:cNvPr>
          <p:cNvSpPr>
            <a:spLocks noChangeArrowheads="1"/>
          </p:cNvSpPr>
          <p:nvPr/>
        </p:nvSpPr>
        <p:spPr bwMode="auto">
          <a:xfrm>
            <a:off x="7733583" y="3369205"/>
            <a:ext cx="144780" cy="432048"/>
          </a:xfrm>
          <a:custGeom>
            <a:avLst/>
            <a:gdLst>
              <a:gd name="connsiteX0" fmla="*/ 0 w 144463"/>
              <a:gd name="connsiteY0" fmla="*/ 0 h 864096"/>
              <a:gd name="connsiteX1" fmla="*/ 144463 w 144463"/>
              <a:gd name="connsiteY1" fmla="*/ 0 h 864096"/>
              <a:gd name="connsiteX2" fmla="*/ 144463 w 144463"/>
              <a:gd name="connsiteY2" fmla="*/ 864096 h 864096"/>
              <a:gd name="connsiteX3" fmla="*/ 0 w 144463"/>
              <a:gd name="connsiteY3" fmla="*/ 864096 h 864096"/>
              <a:gd name="connsiteX4" fmla="*/ 0 w 144463"/>
              <a:gd name="connsiteY4" fmla="*/ 0 h 864096"/>
              <a:gd name="connsiteX0" fmla="*/ 0 w 144463"/>
              <a:gd name="connsiteY0" fmla="*/ 0 h 864096"/>
              <a:gd name="connsiteX1" fmla="*/ 144463 w 144463"/>
              <a:gd name="connsiteY1" fmla="*/ 0 h 864096"/>
              <a:gd name="connsiteX2" fmla="*/ 144463 w 144463"/>
              <a:gd name="connsiteY2" fmla="*/ 864096 h 864096"/>
              <a:gd name="connsiteX3" fmla="*/ 0 w 144463"/>
              <a:gd name="connsiteY3" fmla="*/ 864096 h 864096"/>
              <a:gd name="connsiteX4" fmla="*/ 0 w 144463"/>
              <a:gd name="connsiteY4" fmla="*/ 432038 h 864096"/>
              <a:gd name="connsiteX5" fmla="*/ 0 w 144463"/>
              <a:gd name="connsiteY5" fmla="*/ 0 h 864096"/>
              <a:gd name="connsiteX0" fmla="*/ 0 w 144780"/>
              <a:gd name="connsiteY0" fmla="*/ 0 h 864096"/>
              <a:gd name="connsiteX1" fmla="*/ 144463 w 144780"/>
              <a:gd name="connsiteY1" fmla="*/ 0 h 864096"/>
              <a:gd name="connsiteX2" fmla="*/ 144780 w 144780"/>
              <a:gd name="connsiteY2" fmla="*/ 430133 h 864096"/>
              <a:gd name="connsiteX3" fmla="*/ 144463 w 144780"/>
              <a:gd name="connsiteY3" fmla="*/ 864096 h 864096"/>
              <a:gd name="connsiteX4" fmla="*/ 0 w 144780"/>
              <a:gd name="connsiteY4" fmla="*/ 864096 h 864096"/>
              <a:gd name="connsiteX5" fmla="*/ 0 w 144780"/>
              <a:gd name="connsiteY5" fmla="*/ 432038 h 864096"/>
              <a:gd name="connsiteX6" fmla="*/ 0 w 144780"/>
              <a:gd name="connsiteY6" fmla="*/ 0 h 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780" h="864096">
                <a:moveTo>
                  <a:pt x="0" y="0"/>
                </a:moveTo>
                <a:lnTo>
                  <a:pt x="144463" y="0"/>
                </a:lnTo>
                <a:cubicBezTo>
                  <a:pt x="144569" y="143378"/>
                  <a:pt x="144674" y="286755"/>
                  <a:pt x="144780" y="430133"/>
                </a:cubicBezTo>
                <a:cubicBezTo>
                  <a:pt x="144674" y="574787"/>
                  <a:pt x="144569" y="719442"/>
                  <a:pt x="144463" y="864096"/>
                </a:cubicBezTo>
                <a:lnTo>
                  <a:pt x="0" y="864096"/>
                </a:lnTo>
                <a:lnTo>
                  <a:pt x="0" y="432038"/>
                </a:lnTo>
                <a:lnTo>
                  <a:pt x="0" y="0"/>
                </a:lnTo>
                <a:close/>
              </a:path>
            </a:pathLst>
          </a:custGeom>
          <a:solidFill>
            <a:schemeClr val="bg1"/>
          </a:solidFill>
          <a:ln w="8890">
            <a:solidFill>
              <a:schemeClr val="tx1"/>
            </a:solidFill>
            <a:miter lim="800000"/>
            <a:headEnd/>
            <a:tailEnd/>
          </a:ln>
        </p:spPr>
        <p:txBody>
          <a:bodyPr lIns="36000" tIns="36000" rIns="36000" bIns="36000" anchor="ctr"/>
          <a:lstStyle/>
          <a:p>
            <a:pPr>
              <a:buClrTx/>
              <a:buSzTx/>
              <a:buFontTx/>
              <a:buNone/>
            </a:pPr>
            <a:endParaRPr lang="en-US" sz="1200"/>
          </a:p>
        </p:txBody>
      </p:sp>
      <p:sp>
        <p:nvSpPr>
          <p:cNvPr id="31" name="Rectangle 23">
            <a:extLst>
              <a:ext uri="{FF2B5EF4-FFF2-40B4-BE49-F238E27FC236}">
                <a16:creationId xmlns:a16="http://schemas.microsoft.com/office/drawing/2014/main" id="{5F567673-AAF7-474A-A41D-BE1AD4F29464}"/>
              </a:ext>
            </a:extLst>
          </p:cNvPr>
          <p:cNvSpPr>
            <a:spLocks noChangeArrowheads="1"/>
          </p:cNvSpPr>
          <p:nvPr/>
        </p:nvSpPr>
        <p:spPr bwMode="auto">
          <a:xfrm>
            <a:off x="3413103" y="2217077"/>
            <a:ext cx="145217" cy="431800"/>
          </a:xfrm>
          <a:custGeom>
            <a:avLst/>
            <a:gdLst>
              <a:gd name="connsiteX0" fmla="*/ 0 w 144463"/>
              <a:gd name="connsiteY0" fmla="*/ 0 h 431800"/>
              <a:gd name="connsiteX1" fmla="*/ 144463 w 144463"/>
              <a:gd name="connsiteY1" fmla="*/ 0 h 431800"/>
              <a:gd name="connsiteX2" fmla="*/ 144463 w 144463"/>
              <a:gd name="connsiteY2" fmla="*/ 431800 h 431800"/>
              <a:gd name="connsiteX3" fmla="*/ 0 w 144463"/>
              <a:gd name="connsiteY3" fmla="*/ 431800 h 431800"/>
              <a:gd name="connsiteX4" fmla="*/ 0 w 144463"/>
              <a:gd name="connsiteY4" fmla="*/ 0 h 431800"/>
              <a:gd name="connsiteX0" fmla="*/ 754 w 145217"/>
              <a:gd name="connsiteY0" fmla="*/ 0 h 431800"/>
              <a:gd name="connsiteX1" fmla="*/ 145217 w 145217"/>
              <a:gd name="connsiteY1" fmla="*/ 0 h 431800"/>
              <a:gd name="connsiteX2" fmla="*/ 145217 w 145217"/>
              <a:gd name="connsiteY2" fmla="*/ 431800 h 431800"/>
              <a:gd name="connsiteX3" fmla="*/ 754 w 145217"/>
              <a:gd name="connsiteY3" fmla="*/ 431800 h 431800"/>
              <a:gd name="connsiteX4" fmla="*/ 0 w 145217"/>
              <a:gd name="connsiteY4" fmla="*/ 214109 h 431800"/>
              <a:gd name="connsiteX5" fmla="*/ 754 w 145217"/>
              <a:gd name="connsiteY5" fmla="*/ 0 h 431800"/>
              <a:gd name="connsiteX0" fmla="*/ 754 w 145217"/>
              <a:gd name="connsiteY0" fmla="*/ 0 h 431800"/>
              <a:gd name="connsiteX1" fmla="*/ 145217 w 145217"/>
              <a:gd name="connsiteY1" fmla="*/ 0 h 431800"/>
              <a:gd name="connsiteX2" fmla="*/ 144780 w 145217"/>
              <a:gd name="connsiteY2" fmla="*/ 217919 h 431800"/>
              <a:gd name="connsiteX3" fmla="*/ 145217 w 145217"/>
              <a:gd name="connsiteY3" fmla="*/ 431800 h 431800"/>
              <a:gd name="connsiteX4" fmla="*/ 754 w 145217"/>
              <a:gd name="connsiteY4" fmla="*/ 431800 h 431800"/>
              <a:gd name="connsiteX5" fmla="*/ 0 w 145217"/>
              <a:gd name="connsiteY5" fmla="*/ 214109 h 431800"/>
              <a:gd name="connsiteX6" fmla="*/ 754 w 145217"/>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217" h="431800">
                <a:moveTo>
                  <a:pt x="754" y="0"/>
                </a:moveTo>
                <a:lnTo>
                  <a:pt x="145217" y="0"/>
                </a:lnTo>
                <a:cubicBezTo>
                  <a:pt x="145071" y="72640"/>
                  <a:pt x="144926" y="145279"/>
                  <a:pt x="144780" y="217919"/>
                </a:cubicBezTo>
                <a:cubicBezTo>
                  <a:pt x="144926" y="289213"/>
                  <a:pt x="145071" y="360506"/>
                  <a:pt x="145217" y="431800"/>
                </a:cubicBezTo>
                <a:lnTo>
                  <a:pt x="754" y="431800"/>
                </a:lnTo>
                <a:cubicBezTo>
                  <a:pt x="503" y="359236"/>
                  <a:pt x="251" y="286673"/>
                  <a:pt x="0" y="214109"/>
                </a:cubicBezTo>
                <a:cubicBezTo>
                  <a:pt x="251" y="142739"/>
                  <a:pt x="503" y="71370"/>
                  <a:pt x="754" y="0"/>
                </a:cubicBezTo>
                <a:close/>
              </a:path>
            </a:pathLst>
          </a:custGeom>
          <a:solidFill>
            <a:srgbClr val="B2B2B2"/>
          </a:solidFill>
          <a:ln w="8890">
            <a:solidFill>
              <a:schemeClr val="tx1"/>
            </a:solidFill>
            <a:miter lim="800000"/>
            <a:headEnd/>
            <a:tailEnd/>
          </a:ln>
        </p:spPr>
        <p:txBody>
          <a:bodyPr lIns="36000" tIns="36000" rIns="36000" bIns="36000" anchor="ctr"/>
          <a:lstStyle/>
          <a:p>
            <a:pPr>
              <a:buClrTx/>
              <a:buSzTx/>
              <a:buFontTx/>
              <a:buNone/>
            </a:pPr>
            <a:endParaRPr lang="en-US" sz="1200" dirty="0"/>
          </a:p>
        </p:txBody>
      </p:sp>
      <p:sp>
        <p:nvSpPr>
          <p:cNvPr id="32" name="Rectangle 6">
            <a:extLst>
              <a:ext uri="{FF2B5EF4-FFF2-40B4-BE49-F238E27FC236}">
                <a16:creationId xmlns:a16="http://schemas.microsoft.com/office/drawing/2014/main" id="{5E991B0F-24F2-49E7-84D6-9D2AE27D4BB1}"/>
              </a:ext>
            </a:extLst>
          </p:cNvPr>
          <p:cNvSpPr>
            <a:spLocks noChangeArrowheads="1"/>
          </p:cNvSpPr>
          <p:nvPr/>
        </p:nvSpPr>
        <p:spPr bwMode="auto">
          <a:xfrm>
            <a:off x="2981463" y="1785221"/>
            <a:ext cx="1008063"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u="sng"/>
              <a:t>Agent’s Name</a:t>
            </a:r>
          </a:p>
        </p:txBody>
      </p:sp>
      <p:sp>
        <p:nvSpPr>
          <p:cNvPr id="33" name="Rectangle 23">
            <a:extLst>
              <a:ext uri="{FF2B5EF4-FFF2-40B4-BE49-F238E27FC236}">
                <a16:creationId xmlns:a16="http://schemas.microsoft.com/office/drawing/2014/main" id="{C6D627FE-01C7-4F78-B5D5-F47FD3082CBA}"/>
              </a:ext>
            </a:extLst>
          </p:cNvPr>
          <p:cNvSpPr>
            <a:spLocks noChangeArrowheads="1"/>
          </p:cNvSpPr>
          <p:nvPr/>
        </p:nvSpPr>
        <p:spPr bwMode="auto">
          <a:xfrm>
            <a:off x="4708991" y="2648933"/>
            <a:ext cx="145217" cy="431800"/>
          </a:xfrm>
          <a:custGeom>
            <a:avLst/>
            <a:gdLst>
              <a:gd name="connsiteX0" fmla="*/ 0 w 144463"/>
              <a:gd name="connsiteY0" fmla="*/ 0 h 431800"/>
              <a:gd name="connsiteX1" fmla="*/ 144463 w 144463"/>
              <a:gd name="connsiteY1" fmla="*/ 0 h 431800"/>
              <a:gd name="connsiteX2" fmla="*/ 144463 w 144463"/>
              <a:gd name="connsiteY2" fmla="*/ 431800 h 431800"/>
              <a:gd name="connsiteX3" fmla="*/ 0 w 144463"/>
              <a:gd name="connsiteY3" fmla="*/ 431800 h 431800"/>
              <a:gd name="connsiteX4" fmla="*/ 0 w 144463"/>
              <a:gd name="connsiteY4" fmla="*/ 0 h 431800"/>
              <a:gd name="connsiteX0" fmla="*/ 754 w 145217"/>
              <a:gd name="connsiteY0" fmla="*/ 0 h 431800"/>
              <a:gd name="connsiteX1" fmla="*/ 145217 w 145217"/>
              <a:gd name="connsiteY1" fmla="*/ 0 h 431800"/>
              <a:gd name="connsiteX2" fmla="*/ 145217 w 145217"/>
              <a:gd name="connsiteY2" fmla="*/ 431800 h 431800"/>
              <a:gd name="connsiteX3" fmla="*/ 754 w 145217"/>
              <a:gd name="connsiteY3" fmla="*/ 431800 h 431800"/>
              <a:gd name="connsiteX4" fmla="*/ 0 w 145217"/>
              <a:gd name="connsiteY4" fmla="*/ 214109 h 431800"/>
              <a:gd name="connsiteX5" fmla="*/ 754 w 145217"/>
              <a:gd name="connsiteY5" fmla="*/ 0 h 431800"/>
              <a:gd name="connsiteX0" fmla="*/ 754 w 145217"/>
              <a:gd name="connsiteY0" fmla="*/ 0 h 431800"/>
              <a:gd name="connsiteX1" fmla="*/ 145217 w 145217"/>
              <a:gd name="connsiteY1" fmla="*/ 0 h 431800"/>
              <a:gd name="connsiteX2" fmla="*/ 144780 w 145217"/>
              <a:gd name="connsiteY2" fmla="*/ 217919 h 431800"/>
              <a:gd name="connsiteX3" fmla="*/ 145217 w 145217"/>
              <a:gd name="connsiteY3" fmla="*/ 431800 h 431800"/>
              <a:gd name="connsiteX4" fmla="*/ 754 w 145217"/>
              <a:gd name="connsiteY4" fmla="*/ 431800 h 431800"/>
              <a:gd name="connsiteX5" fmla="*/ 0 w 145217"/>
              <a:gd name="connsiteY5" fmla="*/ 214109 h 431800"/>
              <a:gd name="connsiteX6" fmla="*/ 754 w 145217"/>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217" h="431800">
                <a:moveTo>
                  <a:pt x="754" y="0"/>
                </a:moveTo>
                <a:lnTo>
                  <a:pt x="145217" y="0"/>
                </a:lnTo>
                <a:cubicBezTo>
                  <a:pt x="145071" y="72640"/>
                  <a:pt x="144926" y="145279"/>
                  <a:pt x="144780" y="217919"/>
                </a:cubicBezTo>
                <a:cubicBezTo>
                  <a:pt x="144926" y="289213"/>
                  <a:pt x="145071" y="360506"/>
                  <a:pt x="145217" y="431800"/>
                </a:cubicBezTo>
                <a:lnTo>
                  <a:pt x="754" y="431800"/>
                </a:lnTo>
                <a:cubicBezTo>
                  <a:pt x="503" y="359236"/>
                  <a:pt x="251" y="286673"/>
                  <a:pt x="0" y="214109"/>
                </a:cubicBezTo>
                <a:cubicBezTo>
                  <a:pt x="251" y="142739"/>
                  <a:pt x="503" y="71370"/>
                  <a:pt x="754" y="0"/>
                </a:cubicBezTo>
                <a:close/>
              </a:path>
            </a:pathLst>
          </a:custGeom>
          <a:solidFill>
            <a:srgbClr val="B2B2B2"/>
          </a:solidFill>
          <a:ln w="8890">
            <a:solidFill>
              <a:schemeClr val="tx1"/>
            </a:solidFill>
            <a:miter lim="800000"/>
            <a:headEnd/>
            <a:tailEnd/>
          </a:ln>
        </p:spPr>
        <p:txBody>
          <a:bodyPr lIns="36000" tIns="36000" rIns="36000" bIns="36000" anchor="ctr"/>
          <a:lstStyle/>
          <a:p>
            <a:pPr>
              <a:buClrTx/>
              <a:buSzTx/>
              <a:buFontTx/>
              <a:buNone/>
            </a:pPr>
            <a:endParaRPr lang="en-US" sz="1200" dirty="0"/>
          </a:p>
        </p:txBody>
      </p:sp>
      <p:sp>
        <p:nvSpPr>
          <p:cNvPr id="34" name="Rectangle 23">
            <a:extLst>
              <a:ext uri="{FF2B5EF4-FFF2-40B4-BE49-F238E27FC236}">
                <a16:creationId xmlns:a16="http://schemas.microsoft.com/office/drawing/2014/main" id="{E2D322B5-5E3C-46EB-8F90-B9D3FF228346}"/>
              </a:ext>
            </a:extLst>
          </p:cNvPr>
          <p:cNvSpPr>
            <a:spLocks noChangeArrowheads="1"/>
          </p:cNvSpPr>
          <p:nvPr/>
        </p:nvSpPr>
        <p:spPr bwMode="auto">
          <a:xfrm>
            <a:off x="3413103" y="3081173"/>
            <a:ext cx="145217" cy="864096"/>
          </a:xfrm>
          <a:custGeom>
            <a:avLst/>
            <a:gdLst>
              <a:gd name="connsiteX0" fmla="*/ 0 w 144463"/>
              <a:gd name="connsiteY0" fmla="*/ 0 h 431800"/>
              <a:gd name="connsiteX1" fmla="*/ 144463 w 144463"/>
              <a:gd name="connsiteY1" fmla="*/ 0 h 431800"/>
              <a:gd name="connsiteX2" fmla="*/ 144463 w 144463"/>
              <a:gd name="connsiteY2" fmla="*/ 431800 h 431800"/>
              <a:gd name="connsiteX3" fmla="*/ 0 w 144463"/>
              <a:gd name="connsiteY3" fmla="*/ 431800 h 431800"/>
              <a:gd name="connsiteX4" fmla="*/ 0 w 144463"/>
              <a:gd name="connsiteY4" fmla="*/ 0 h 431800"/>
              <a:gd name="connsiteX0" fmla="*/ 754 w 145217"/>
              <a:gd name="connsiteY0" fmla="*/ 0 h 431800"/>
              <a:gd name="connsiteX1" fmla="*/ 145217 w 145217"/>
              <a:gd name="connsiteY1" fmla="*/ 0 h 431800"/>
              <a:gd name="connsiteX2" fmla="*/ 145217 w 145217"/>
              <a:gd name="connsiteY2" fmla="*/ 431800 h 431800"/>
              <a:gd name="connsiteX3" fmla="*/ 754 w 145217"/>
              <a:gd name="connsiteY3" fmla="*/ 431800 h 431800"/>
              <a:gd name="connsiteX4" fmla="*/ 0 w 145217"/>
              <a:gd name="connsiteY4" fmla="*/ 214109 h 431800"/>
              <a:gd name="connsiteX5" fmla="*/ 754 w 145217"/>
              <a:gd name="connsiteY5" fmla="*/ 0 h 431800"/>
              <a:gd name="connsiteX0" fmla="*/ 754 w 145217"/>
              <a:gd name="connsiteY0" fmla="*/ 0 h 431800"/>
              <a:gd name="connsiteX1" fmla="*/ 145217 w 145217"/>
              <a:gd name="connsiteY1" fmla="*/ 0 h 431800"/>
              <a:gd name="connsiteX2" fmla="*/ 144780 w 145217"/>
              <a:gd name="connsiteY2" fmla="*/ 217919 h 431800"/>
              <a:gd name="connsiteX3" fmla="*/ 145217 w 145217"/>
              <a:gd name="connsiteY3" fmla="*/ 431800 h 431800"/>
              <a:gd name="connsiteX4" fmla="*/ 754 w 145217"/>
              <a:gd name="connsiteY4" fmla="*/ 431800 h 431800"/>
              <a:gd name="connsiteX5" fmla="*/ 0 w 145217"/>
              <a:gd name="connsiteY5" fmla="*/ 214109 h 431800"/>
              <a:gd name="connsiteX6" fmla="*/ 754 w 145217"/>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217" h="431800">
                <a:moveTo>
                  <a:pt x="754" y="0"/>
                </a:moveTo>
                <a:lnTo>
                  <a:pt x="145217" y="0"/>
                </a:lnTo>
                <a:cubicBezTo>
                  <a:pt x="145071" y="72640"/>
                  <a:pt x="144926" y="145279"/>
                  <a:pt x="144780" y="217919"/>
                </a:cubicBezTo>
                <a:cubicBezTo>
                  <a:pt x="144926" y="289213"/>
                  <a:pt x="145071" y="360506"/>
                  <a:pt x="145217" y="431800"/>
                </a:cubicBezTo>
                <a:lnTo>
                  <a:pt x="754" y="431800"/>
                </a:lnTo>
                <a:cubicBezTo>
                  <a:pt x="503" y="359236"/>
                  <a:pt x="251" y="286673"/>
                  <a:pt x="0" y="214109"/>
                </a:cubicBezTo>
                <a:cubicBezTo>
                  <a:pt x="251" y="142739"/>
                  <a:pt x="503" y="71370"/>
                  <a:pt x="754" y="0"/>
                </a:cubicBezTo>
                <a:close/>
              </a:path>
            </a:pathLst>
          </a:custGeom>
          <a:solidFill>
            <a:srgbClr val="B2B2B2"/>
          </a:solidFill>
          <a:ln w="8890">
            <a:solidFill>
              <a:schemeClr val="tx1"/>
            </a:solidFill>
            <a:miter lim="800000"/>
            <a:headEnd/>
            <a:tailEnd/>
          </a:ln>
        </p:spPr>
        <p:txBody>
          <a:bodyPr lIns="36000" tIns="36000" rIns="36000" bIns="36000" anchor="ctr"/>
          <a:lstStyle/>
          <a:p>
            <a:pPr>
              <a:buClrTx/>
              <a:buSzTx/>
              <a:buFontTx/>
              <a:buNone/>
            </a:pPr>
            <a:endParaRPr lang="en-US" sz="1200" dirty="0"/>
          </a:p>
        </p:txBody>
      </p:sp>
      <p:sp>
        <p:nvSpPr>
          <p:cNvPr id="35" name="Rectangle 23">
            <a:extLst>
              <a:ext uri="{FF2B5EF4-FFF2-40B4-BE49-F238E27FC236}">
                <a16:creationId xmlns:a16="http://schemas.microsoft.com/office/drawing/2014/main" id="{F61EB9AE-EEC6-4D59-A6A1-ED668ECF3DE3}"/>
              </a:ext>
            </a:extLst>
          </p:cNvPr>
          <p:cNvSpPr>
            <a:spLocks noChangeArrowheads="1"/>
          </p:cNvSpPr>
          <p:nvPr/>
        </p:nvSpPr>
        <p:spPr bwMode="auto">
          <a:xfrm>
            <a:off x="4708991" y="3441021"/>
            <a:ext cx="145217" cy="431800"/>
          </a:xfrm>
          <a:custGeom>
            <a:avLst/>
            <a:gdLst>
              <a:gd name="connsiteX0" fmla="*/ 0 w 144463"/>
              <a:gd name="connsiteY0" fmla="*/ 0 h 431800"/>
              <a:gd name="connsiteX1" fmla="*/ 144463 w 144463"/>
              <a:gd name="connsiteY1" fmla="*/ 0 h 431800"/>
              <a:gd name="connsiteX2" fmla="*/ 144463 w 144463"/>
              <a:gd name="connsiteY2" fmla="*/ 431800 h 431800"/>
              <a:gd name="connsiteX3" fmla="*/ 0 w 144463"/>
              <a:gd name="connsiteY3" fmla="*/ 431800 h 431800"/>
              <a:gd name="connsiteX4" fmla="*/ 0 w 144463"/>
              <a:gd name="connsiteY4" fmla="*/ 0 h 431800"/>
              <a:gd name="connsiteX0" fmla="*/ 754 w 145217"/>
              <a:gd name="connsiteY0" fmla="*/ 0 h 431800"/>
              <a:gd name="connsiteX1" fmla="*/ 145217 w 145217"/>
              <a:gd name="connsiteY1" fmla="*/ 0 h 431800"/>
              <a:gd name="connsiteX2" fmla="*/ 145217 w 145217"/>
              <a:gd name="connsiteY2" fmla="*/ 431800 h 431800"/>
              <a:gd name="connsiteX3" fmla="*/ 754 w 145217"/>
              <a:gd name="connsiteY3" fmla="*/ 431800 h 431800"/>
              <a:gd name="connsiteX4" fmla="*/ 0 w 145217"/>
              <a:gd name="connsiteY4" fmla="*/ 214109 h 431800"/>
              <a:gd name="connsiteX5" fmla="*/ 754 w 145217"/>
              <a:gd name="connsiteY5" fmla="*/ 0 h 431800"/>
              <a:gd name="connsiteX0" fmla="*/ 754 w 145217"/>
              <a:gd name="connsiteY0" fmla="*/ 0 h 431800"/>
              <a:gd name="connsiteX1" fmla="*/ 145217 w 145217"/>
              <a:gd name="connsiteY1" fmla="*/ 0 h 431800"/>
              <a:gd name="connsiteX2" fmla="*/ 144780 w 145217"/>
              <a:gd name="connsiteY2" fmla="*/ 217919 h 431800"/>
              <a:gd name="connsiteX3" fmla="*/ 145217 w 145217"/>
              <a:gd name="connsiteY3" fmla="*/ 431800 h 431800"/>
              <a:gd name="connsiteX4" fmla="*/ 754 w 145217"/>
              <a:gd name="connsiteY4" fmla="*/ 431800 h 431800"/>
              <a:gd name="connsiteX5" fmla="*/ 0 w 145217"/>
              <a:gd name="connsiteY5" fmla="*/ 214109 h 431800"/>
              <a:gd name="connsiteX6" fmla="*/ 754 w 145217"/>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217" h="431800">
                <a:moveTo>
                  <a:pt x="754" y="0"/>
                </a:moveTo>
                <a:lnTo>
                  <a:pt x="145217" y="0"/>
                </a:lnTo>
                <a:cubicBezTo>
                  <a:pt x="145071" y="72640"/>
                  <a:pt x="144926" y="145279"/>
                  <a:pt x="144780" y="217919"/>
                </a:cubicBezTo>
                <a:cubicBezTo>
                  <a:pt x="144926" y="289213"/>
                  <a:pt x="145071" y="360506"/>
                  <a:pt x="145217" y="431800"/>
                </a:cubicBezTo>
                <a:lnTo>
                  <a:pt x="754" y="431800"/>
                </a:lnTo>
                <a:cubicBezTo>
                  <a:pt x="503" y="359236"/>
                  <a:pt x="251" y="286673"/>
                  <a:pt x="0" y="214109"/>
                </a:cubicBezTo>
                <a:cubicBezTo>
                  <a:pt x="251" y="142739"/>
                  <a:pt x="503" y="71370"/>
                  <a:pt x="754" y="0"/>
                </a:cubicBezTo>
                <a:close/>
              </a:path>
            </a:pathLst>
          </a:custGeom>
          <a:solidFill>
            <a:srgbClr val="B2B2B2"/>
          </a:solidFill>
          <a:ln w="8890">
            <a:solidFill>
              <a:schemeClr val="tx1"/>
            </a:solidFill>
            <a:miter lim="800000"/>
            <a:headEnd/>
            <a:tailEnd/>
          </a:ln>
        </p:spPr>
        <p:txBody>
          <a:bodyPr lIns="36000" tIns="36000" rIns="36000" bIns="36000" anchor="ctr"/>
          <a:lstStyle/>
          <a:p>
            <a:pPr>
              <a:buClrTx/>
              <a:buSzTx/>
              <a:buFontTx/>
              <a:buNone/>
            </a:pPr>
            <a:endParaRPr lang="en-US" sz="1200" dirty="0"/>
          </a:p>
        </p:txBody>
      </p:sp>
    </p:spTree>
    <p:extLst>
      <p:ext uri="{BB962C8B-B14F-4D97-AF65-F5344CB8AC3E}">
        <p14:creationId xmlns:p14="http://schemas.microsoft.com/office/powerpoint/2010/main" val="376747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BBCA0-E144-4048-AF62-9D997D3BA824}"/>
              </a:ext>
            </a:extLst>
          </p:cNvPr>
          <p:cNvSpPr>
            <a:spLocks noGrp="1"/>
          </p:cNvSpPr>
          <p:nvPr>
            <p:ph type="title"/>
          </p:nvPr>
        </p:nvSpPr>
        <p:spPr/>
        <p:txBody>
          <a:bodyPr/>
          <a:lstStyle/>
          <a:p>
            <a:r>
              <a:rPr lang="en-US" dirty="0"/>
              <a:t>TAM Class Diagram</a:t>
            </a:r>
          </a:p>
        </p:txBody>
      </p:sp>
      <p:sp>
        <p:nvSpPr>
          <p:cNvPr id="3" name="Rectangle 6">
            <a:extLst>
              <a:ext uri="{FF2B5EF4-FFF2-40B4-BE49-F238E27FC236}">
                <a16:creationId xmlns:a16="http://schemas.microsoft.com/office/drawing/2014/main" id="{B8393992-8AAA-4172-BCEF-267CC70C2EAD}"/>
              </a:ext>
            </a:extLst>
          </p:cNvPr>
          <p:cNvSpPr>
            <a:spLocks noChangeArrowheads="1"/>
          </p:cNvSpPr>
          <p:nvPr/>
        </p:nvSpPr>
        <p:spPr bwMode="auto">
          <a:xfrm>
            <a:off x="8103600" y="1340810"/>
            <a:ext cx="1008063"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Class Name</a:t>
            </a:r>
          </a:p>
        </p:txBody>
      </p:sp>
      <p:grpSp>
        <p:nvGrpSpPr>
          <p:cNvPr id="4" name="Group 10">
            <a:extLst>
              <a:ext uri="{FF2B5EF4-FFF2-40B4-BE49-F238E27FC236}">
                <a16:creationId xmlns:a16="http://schemas.microsoft.com/office/drawing/2014/main" id="{4A4E5411-EC90-4939-B2D4-91823BEDE1D0}"/>
              </a:ext>
            </a:extLst>
          </p:cNvPr>
          <p:cNvGrpSpPr>
            <a:grpSpLocks/>
          </p:cNvGrpSpPr>
          <p:nvPr/>
        </p:nvGrpSpPr>
        <p:grpSpPr bwMode="auto">
          <a:xfrm>
            <a:off x="8103600" y="1916810"/>
            <a:ext cx="1447800" cy="1150937"/>
            <a:chOff x="938254" y="3065029"/>
            <a:chExt cx="1447951" cy="1152000"/>
          </a:xfrm>
        </p:grpSpPr>
        <p:sp>
          <p:nvSpPr>
            <p:cNvPr id="5" name="Rectangle 6">
              <a:extLst>
                <a:ext uri="{FF2B5EF4-FFF2-40B4-BE49-F238E27FC236}">
                  <a16:creationId xmlns:a16="http://schemas.microsoft.com/office/drawing/2014/main" id="{5DC4556E-B697-42B6-9AEF-CC29A0AE5FCE}"/>
                </a:ext>
              </a:extLst>
            </p:cNvPr>
            <p:cNvSpPr>
              <a:spLocks noChangeArrowheads="1"/>
            </p:cNvSpPr>
            <p:nvPr/>
          </p:nvSpPr>
          <p:spPr bwMode="auto">
            <a:xfrm>
              <a:off x="946149" y="3065029"/>
              <a:ext cx="1440000" cy="1152000"/>
            </a:xfrm>
            <a:prstGeom prst="rect">
              <a:avLst/>
            </a:prstGeom>
            <a:solidFill>
              <a:schemeClr val="bg1"/>
            </a:solidFill>
            <a:ln w="17780">
              <a:solidFill>
                <a:schemeClr val="tx1"/>
              </a:solidFill>
              <a:miter lim="800000"/>
              <a:headEnd/>
              <a:tailEnd/>
            </a:ln>
          </p:spPr>
          <p:txBody>
            <a:bodyPr lIns="36000" tIns="36000" rIns="36000" bIns="36000"/>
            <a:lstStyle/>
            <a:p>
              <a:pPr algn="ctr">
                <a:buClrTx/>
                <a:buSzTx/>
                <a:buFontTx/>
                <a:buNone/>
              </a:pPr>
              <a:r>
                <a:rPr lang="en-US" sz="1200" dirty="0"/>
                <a:t>Class Name</a:t>
              </a:r>
            </a:p>
          </p:txBody>
        </p:sp>
        <p:cxnSp>
          <p:nvCxnSpPr>
            <p:cNvPr id="6" name="Straight Connector 6">
              <a:extLst>
                <a:ext uri="{FF2B5EF4-FFF2-40B4-BE49-F238E27FC236}">
                  <a16:creationId xmlns:a16="http://schemas.microsoft.com/office/drawing/2014/main" id="{B6CEAB3A-1BC8-4199-A286-B8B2D69DFC62}"/>
                </a:ext>
              </a:extLst>
            </p:cNvPr>
            <p:cNvCxnSpPr>
              <a:cxnSpLocks noChangeShapeType="1"/>
            </p:cNvCxnSpPr>
            <p:nvPr/>
          </p:nvCxnSpPr>
          <p:spPr bwMode="auto">
            <a:xfrm flipV="1">
              <a:off x="938254" y="3355450"/>
              <a:ext cx="1440000" cy="0"/>
            </a:xfrm>
            <a:prstGeom prst="line">
              <a:avLst/>
            </a:prstGeom>
            <a:noFill/>
            <a:ln w="12700" algn="ctr">
              <a:solidFill>
                <a:schemeClr val="tx1"/>
              </a:solidFill>
              <a:round/>
              <a:headEnd/>
              <a:tailEnd/>
            </a:ln>
          </p:spPr>
        </p:cxnSp>
        <p:cxnSp>
          <p:nvCxnSpPr>
            <p:cNvPr id="7" name="Straight Connector 7">
              <a:extLst>
                <a:ext uri="{FF2B5EF4-FFF2-40B4-BE49-F238E27FC236}">
                  <a16:creationId xmlns:a16="http://schemas.microsoft.com/office/drawing/2014/main" id="{426CEA0D-390D-477F-9158-3C2015712A6A}"/>
                </a:ext>
              </a:extLst>
            </p:cNvPr>
            <p:cNvCxnSpPr>
              <a:cxnSpLocks noChangeShapeType="1"/>
            </p:cNvCxnSpPr>
            <p:nvPr/>
          </p:nvCxnSpPr>
          <p:spPr bwMode="auto">
            <a:xfrm flipV="1">
              <a:off x="938254" y="3745064"/>
              <a:ext cx="1440000" cy="0"/>
            </a:xfrm>
            <a:prstGeom prst="line">
              <a:avLst/>
            </a:prstGeom>
            <a:noFill/>
            <a:ln w="12700" algn="ctr">
              <a:solidFill>
                <a:schemeClr val="tx1"/>
              </a:solidFill>
              <a:round/>
              <a:headEnd/>
              <a:tailEnd/>
            </a:ln>
          </p:spPr>
        </p:cxnSp>
        <p:sp>
          <p:nvSpPr>
            <p:cNvPr id="8" name="TextBox 8">
              <a:extLst>
                <a:ext uri="{FF2B5EF4-FFF2-40B4-BE49-F238E27FC236}">
                  <a16:creationId xmlns:a16="http://schemas.microsoft.com/office/drawing/2014/main" id="{BE822E6F-DC6F-480B-B272-7773C0A6E492}"/>
                </a:ext>
              </a:extLst>
            </p:cNvPr>
            <p:cNvSpPr txBox="1">
              <a:spLocks noChangeArrowheads="1"/>
            </p:cNvSpPr>
            <p:nvPr/>
          </p:nvSpPr>
          <p:spPr bwMode="auto">
            <a:xfrm>
              <a:off x="946204" y="3355448"/>
              <a:ext cx="1440000" cy="389616"/>
            </a:xfrm>
            <a:prstGeom prst="rect">
              <a:avLst/>
            </a:prstGeom>
            <a:noFill/>
            <a:ln w="9525">
              <a:noFill/>
              <a:miter lim="800000"/>
              <a:headEnd/>
              <a:tailEnd/>
            </a:ln>
          </p:spPr>
          <p:txBody>
            <a:bodyPr lIns="54000" tIns="18000" rIns="36000" bIns="18000"/>
            <a:lstStyle/>
            <a:p>
              <a:pPr algn="l"/>
              <a:r>
                <a:rPr lang="en-US" sz="900" dirty="0"/>
                <a:t>attribute1</a:t>
              </a:r>
            </a:p>
          </p:txBody>
        </p:sp>
        <p:sp>
          <p:nvSpPr>
            <p:cNvPr id="9" name="TextBox 9">
              <a:extLst>
                <a:ext uri="{FF2B5EF4-FFF2-40B4-BE49-F238E27FC236}">
                  <a16:creationId xmlns:a16="http://schemas.microsoft.com/office/drawing/2014/main" id="{48F4A2E9-CBCA-46B6-9FD1-F147766F362D}"/>
                </a:ext>
              </a:extLst>
            </p:cNvPr>
            <p:cNvSpPr txBox="1">
              <a:spLocks noChangeArrowheads="1"/>
            </p:cNvSpPr>
            <p:nvPr/>
          </p:nvSpPr>
          <p:spPr bwMode="auto">
            <a:xfrm>
              <a:off x="946205" y="3745065"/>
              <a:ext cx="1440000" cy="469126"/>
            </a:xfrm>
            <a:prstGeom prst="rect">
              <a:avLst/>
            </a:prstGeom>
            <a:noFill/>
            <a:ln w="9525">
              <a:noFill/>
              <a:miter lim="800000"/>
              <a:headEnd/>
              <a:tailEnd/>
            </a:ln>
          </p:spPr>
          <p:txBody>
            <a:bodyPr lIns="54000" tIns="18000" rIns="36000" bIns="18000"/>
            <a:lstStyle/>
            <a:p>
              <a:pPr algn="l"/>
              <a:r>
                <a:rPr lang="en-US" sz="900"/>
                <a:t>Method 1</a:t>
              </a:r>
            </a:p>
          </p:txBody>
        </p:sp>
      </p:grpSp>
      <p:cxnSp>
        <p:nvCxnSpPr>
          <p:cNvPr id="10" name="AutoShape 115">
            <a:extLst>
              <a:ext uri="{FF2B5EF4-FFF2-40B4-BE49-F238E27FC236}">
                <a16:creationId xmlns:a16="http://schemas.microsoft.com/office/drawing/2014/main" id="{D73F4757-98DE-4A26-94F9-DBDCA32828C6}"/>
              </a:ext>
            </a:extLst>
          </p:cNvPr>
          <p:cNvCxnSpPr>
            <a:cxnSpLocks noChangeShapeType="1"/>
          </p:cNvCxnSpPr>
          <p:nvPr/>
        </p:nvCxnSpPr>
        <p:spPr bwMode="auto">
          <a:xfrm>
            <a:off x="4854453" y="1938805"/>
            <a:ext cx="816585" cy="1588"/>
          </a:xfrm>
          <a:prstGeom prst="straightConnector1">
            <a:avLst/>
          </a:prstGeom>
          <a:noFill/>
          <a:ln w="8890">
            <a:solidFill>
              <a:schemeClr val="tx1"/>
            </a:solidFill>
            <a:round/>
            <a:headEnd/>
            <a:tailEnd/>
          </a:ln>
        </p:spPr>
      </p:cxnSp>
      <p:cxnSp>
        <p:nvCxnSpPr>
          <p:cNvPr id="11" name="AutoShape 116">
            <a:extLst>
              <a:ext uri="{FF2B5EF4-FFF2-40B4-BE49-F238E27FC236}">
                <a16:creationId xmlns:a16="http://schemas.microsoft.com/office/drawing/2014/main" id="{BEA3F63D-0CD9-4895-89F2-A66C4FE71FB9}"/>
              </a:ext>
            </a:extLst>
          </p:cNvPr>
          <p:cNvCxnSpPr>
            <a:cxnSpLocks noChangeShapeType="1"/>
          </p:cNvCxnSpPr>
          <p:nvPr/>
        </p:nvCxnSpPr>
        <p:spPr bwMode="auto">
          <a:xfrm>
            <a:off x="9312153" y="4655500"/>
            <a:ext cx="250825" cy="0"/>
          </a:xfrm>
          <a:prstGeom prst="straightConnector1">
            <a:avLst/>
          </a:prstGeom>
          <a:noFill/>
          <a:ln w="8890">
            <a:solidFill>
              <a:schemeClr val="tx1"/>
            </a:solidFill>
            <a:round/>
            <a:headEnd/>
            <a:tailEnd/>
          </a:ln>
        </p:spPr>
      </p:cxnSp>
      <p:cxnSp>
        <p:nvCxnSpPr>
          <p:cNvPr id="12" name="AutoShape 114">
            <a:extLst>
              <a:ext uri="{FF2B5EF4-FFF2-40B4-BE49-F238E27FC236}">
                <a16:creationId xmlns:a16="http://schemas.microsoft.com/office/drawing/2014/main" id="{598F865B-9213-4997-8F6C-7CAA2E3DF306}"/>
              </a:ext>
            </a:extLst>
          </p:cNvPr>
          <p:cNvCxnSpPr>
            <a:cxnSpLocks noChangeShapeType="1"/>
          </p:cNvCxnSpPr>
          <p:nvPr/>
        </p:nvCxnSpPr>
        <p:spPr bwMode="auto">
          <a:xfrm flipV="1">
            <a:off x="9899161" y="4474281"/>
            <a:ext cx="1588" cy="323850"/>
          </a:xfrm>
          <a:prstGeom prst="straightConnector1">
            <a:avLst/>
          </a:prstGeom>
          <a:noFill/>
          <a:ln w="8890">
            <a:solidFill>
              <a:schemeClr val="tx1"/>
            </a:solidFill>
            <a:round/>
            <a:headEnd/>
            <a:tailEnd type="none" w="med" len="lg"/>
          </a:ln>
        </p:spPr>
      </p:cxnSp>
      <p:sp>
        <p:nvSpPr>
          <p:cNvPr id="13" name="Diamond 26">
            <a:extLst>
              <a:ext uri="{FF2B5EF4-FFF2-40B4-BE49-F238E27FC236}">
                <a16:creationId xmlns:a16="http://schemas.microsoft.com/office/drawing/2014/main" id="{C19F31CD-5978-4280-AA90-C77023A78C55}"/>
              </a:ext>
            </a:extLst>
          </p:cNvPr>
          <p:cNvSpPr>
            <a:spLocks noChangeArrowheads="1"/>
          </p:cNvSpPr>
          <p:nvPr/>
        </p:nvSpPr>
        <p:spPr bwMode="auto">
          <a:xfrm>
            <a:off x="8806961" y="4737806"/>
            <a:ext cx="71438" cy="179387"/>
          </a:xfrm>
          <a:prstGeom prst="diamond">
            <a:avLst/>
          </a:prstGeom>
          <a:solidFill>
            <a:schemeClr val="bg1"/>
          </a:solidFill>
          <a:ln w="9525" algn="ctr">
            <a:solidFill>
              <a:schemeClr val="tx1"/>
            </a:solidFill>
            <a:round/>
            <a:headEnd/>
            <a:tailEnd/>
          </a:ln>
        </p:spPr>
        <p:txBody>
          <a:bodyPr lIns="90000" tIns="46800" rIns="90000" bIns="46800" anchor="ctr"/>
          <a:lstStyle/>
          <a:p>
            <a:endParaRPr lang="en-US"/>
          </a:p>
        </p:txBody>
      </p:sp>
      <p:sp>
        <p:nvSpPr>
          <p:cNvPr id="14" name="Diamond 27">
            <a:extLst>
              <a:ext uri="{FF2B5EF4-FFF2-40B4-BE49-F238E27FC236}">
                <a16:creationId xmlns:a16="http://schemas.microsoft.com/office/drawing/2014/main" id="{4C2E789C-6358-4A16-AEAC-C7F76B24D84B}"/>
              </a:ext>
            </a:extLst>
          </p:cNvPr>
          <p:cNvSpPr>
            <a:spLocks noChangeArrowheads="1"/>
          </p:cNvSpPr>
          <p:nvPr/>
        </p:nvSpPr>
        <p:spPr bwMode="auto">
          <a:xfrm>
            <a:off x="8464061" y="4733043"/>
            <a:ext cx="71438" cy="180975"/>
          </a:xfrm>
          <a:prstGeom prst="diamond">
            <a:avLst/>
          </a:prstGeom>
          <a:solidFill>
            <a:schemeClr val="tx1"/>
          </a:solidFill>
          <a:ln w="9525" algn="ctr">
            <a:solidFill>
              <a:schemeClr val="tx1"/>
            </a:solidFill>
            <a:round/>
            <a:headEnd/>
            <a:tailEnd/>
          </a:ln>
        </p:spPr>
        <p:txBody>
          <a:bodyPr lIns="90000" tIns="46800" rIns="90000" bIns="46800" anchor="ctr"/>
          <a:lstStyle/>
          <a:p>
            <a:endParaRPr lang="en-US"/>
          </a:p>
        </p:txBody>
      </p:sp>
      <p:sp>
        <p:nvSpPr>
          <p:cNvPr id="15" name="Isosceles Triangle 28">
            <a:extLst>
              <a:ext uri="{FF2B5EF4-FFF2-40B4-BE49-F238E27FC236}">
                <a16:creationId xmlns:a16="http://schemas.microsoft.com/office/drawing/2014/main" id="{2A984C12-E17F-4F61-A77B-EECD0A220734}"/>
              </a:ext>
            </a:extLst>
          </p:cNvPr>
          <p:cNvSpPr>
            <a:spLocks noChangeArrowheads="1"/>
          </p:cNvSpPr>
          <p:nvPr/>
        </p:nvSpPr>
        <p:spPr bwMode="auto">
          <a:xfrm>
            <a:off x="8452949" y="4288543"/>
            <a:ext cx="144462" cy="107950"/>
          </a:xfrm>
          <a:prstGeom prst="triangle">
            <a:avLst>
              <a:gd name="adj" fmla="val 50000"/>
            </a:avLst>
          </a:prstGeom>
          <a:solidFill>
            <a:schemeClr val="bg1"/>
          </a:solidFill>
          <a:ln w="9525" algn="ctr">
            <a:solidFill>
              <a:schemeClr val="tx1"/>
            </a:solidFill>
            <a:round/>
            <a:headEnd/>
            <a:tailEnd/>
          </a:ln>
        </p:spPr>
        <p:txBody>
          <a:bodyPr lIns="90000" tIns="46800" rIns="90000" bIns="46800" anchor="ctr"/>
          <a:lstStyle/>
          <a:p>
            <a:endParaRPr lang="en-US"/>
          </a:p>
        </p:txBody>
      </p:sp>
      <p:sp>
        <p:nvSpPr>
          <p:cNvPr id="16" name="Diamond 29">
            <a:extLst>
              <a:ext uri="{FF2B5EF4-FFF2-40B4-BE49-F238E27FC236}">
                <a16:creationId xmlns:a16="http://schemas.microsoft.com/office/drawing/2014/main" id="{97B28453-2986-481D-BA99-18936C699EC3}"/>
              </a:ext>
            </a:extLst>
          </p:cNvPr>
          <p:cNvSpPr>
            <a:spLocks noChangeArrowheads="1"/>
          </p:cNvSpPr>
          <p:nvPr/>
        </p:nvSpPr>
        <p:spPr bwMode="auto">
          <a:xfrm rot="5400000">
            <a:off x="8818868" y="4927512"/>
            <a:ext cx="71437" cy="180975"/>
          </a:xfrm>
          <a:prstGeom prst="diamond">
            <a:avLst/>
          </a:prstGeom>
          <a:solidFill>
            <a:schemeClr val="bg1"/>
          </a:solidFill>
          <a:ln w="9525" algn="ctr">
            <a:solidFill>
              <a:schemeClr val="tx1"/>
            </a:solidFill>
            <a:round/>
            <a:headEnd/>
            <a:tailEnd/>
          </a:ln>
        </p:spPr>
        <p:txBody>
          <a:bodyPr lIns="90000" tIns="46800" rIns="90000" bIns="46800" anchor="ctr"/>
          <a:lstStyle/>
          <a:p>
            <a:endParaRPr lang="en-US"/>
          </a:p>
        </p:txBody>
      </p:sp>
      <p:sp>
        <p:nvSpPr>
          <p:cNvPr id="17" name="Diamond 30">
            <a:extLst>
              <a:ext uri="{FF2B5EF4-FFF2-40B4-BE49-F238E27FC236}">
                <a16:creationId xmlns:a16="http://schemas.microsoft.com/office/drawing/2014/main" id="{62370070-B747-4E92-8D15-C9291EB708FA}"/>
              </a:ext>
            </a:extLst>
          </p:cNvPr>
          <p:cNvSpPr>
            <a:spLocks noChangeArrowheads="1"/>
          </p:cNvSpPr>
          <p:nvPr/>
        </p:nvSpPr>
        <p:spPr bwMode="auto">
          <a:xfrm rot="5400000">
            <a:off x="8468030" y="4916399"/>
            <a:ext cx="71438" cy="180975"/>
          </a:xfrm>
          <a:prstGeom prst="diamond">
            <a:avLst/>
          </a:prstGeom>
          <a:solidFill>
            <a:schemeClr val="tx1"/>
          </a:solidFill>
          <a:ln w="9525" algn="ctr">
            <a:solidFill>
              <a:schemeClr val="tx1"/>
            </a:solidFill>
            <a:round/>
            <a:headEnd/>
            <a:tailEnd/>
          </a:ln>
        </p:spPr>
        <p:txBody>
          <a:bodyPr lIns="90000" tIns="46800" rIns="90000" bIns="46800" anchor="ctr"/>
          <a:lstStyle/>
          <a:p>
            <a:endParaRPr lang="en-US"/>
          </a:p>
        </p:txBody>
      </p:sp>
      <p:sp>
        <p:nvSpPr>
          <p:cNvPr id="18" name="TextBox 31">
            <a:extLst>
              <a:ext uri="{FF2B5EF4-FFF2-40B4-BE49-F238E27FC236}">
                <a16:creationId xmlns:a16="http://schemas.microsoft.com/office/drawing/2014/main" id="{087E4090-A21D-454B-9807-BB241F54B5A8}"/>
              </a:ext>
            </a:extLst>
          </p:cNvPr>
          <p:cNvSpPr txBox="1">
            <a:spLocks noChangeArrowheads="1"/>
          </p:cNvSpPr>
          <p:nvPr/>
        </p:nvSpPr>
        <p:spPr bwMode="auto">
          <a:xfrm>
            <a:off x="8284301" y="3765766"/>
            <a:ext cx="971550" cy="230187"/>
          </a:xfrm>
          <a:prstGeom prst="rect">
            <a:avLst/>
          </a:prstGeom>
          <a:noFill/>
          <a:ln w="9525">
            <a:noFill/>
            <a:miter lim="800000"/>
            <a:headEnd/>
            <a:tailEnd/>
          </a:ln>
        </p:spPr>
        <p:txBody>
          <a:bodyPr>
            <a:spAutoFit/>
          </a:bodyPr>
          <a:lstStyle/>
          <a:p>
            <a:r>
              <a:rPr lang="en-US" sz="900"/>
              <a:t> </a:t>
            </a:r>
            <a:r>
              <a:rPr lang="en-US" sz="900">
                <a:sym typeface="Wingdings 3" pitchFamily="18" charset="2"/>
              </a:rPr>
              <a:t> </a:t>
            </a:r>
            <a:r>
              <a:rPr lang="en-US" sz="900"/>
              <a:t>association</a:t>
            </a:r>
          </a:p>
        </p:txBody>
      </p:sp>
      <p:sp>
        <p:nvSpPr>
          <p:cNvPr id="19" name="TextBox 32">
            <a:extLst>
              <a:ext uri="{FF2B5EF4-FFF2-40B4-BE49-F238E27FC236}">
                <a16:creationId xmlns:a16="http://schemas.microsoft.com/office/drawing/2014/main" id="{3D99E2AF-CA51-4309-B7B1-D2E22A1D1F53}"/>
              </a:ext>
            </a:extLst>
          </p:cNvPr>
          <p:cNvSpPr txBox="1">
            <a:spLocks noChangeArrowheads="1"/>
          </p:cNvSpPr>
          <p:nvPr/>
        </p:nvSpPr>
        <p:spPr bwMode="auto">
          <a:xfrm>
            <a:off x="8190639" y="3425182"/>
            <a:ext cx="971550" cy="230188"/>
          </a:xfrm>
          <a:prstGeom prst="rect">
            <a:avLst/>
          </a:prstGeom>
          <a:noFill/>
          <a:ln w="9525">
            <a:noFill/>
            <a:miter lim="800000"/>
            <a:headEnd/>
            <a:tailEnd/>
          </a:ln>
        </p:spPr>
        <p:txBody>
          <a:bodyPr>
            <a:spAutoFit/>
          </a:bodyPr>
          <a:lstStyle/>
          <a:p>
            <a:r>
              <a:rPr lang="en-US" sz="900" dirty="0"/>
              <a:t>Association </a:t>
            </a:r>
            <a:r>
              <a:rPr lang="en-US" sz="900" dirty="0">
                <a:sym typeface="Wingdings 3" pitchFamily="18" charset="2"/>
              </a:rPr>
              <a:t></a:t>
            </a:r>
            <a:endParaRPr lang="en-US" sz="900" dirty="0"/>
          </a:p>
        </p:txBody>
      </p:sp>
      <p:sp>
        <p:nvSpPr>
          <p:cNvPr id="20" name="TextBox 33">
            <a:extLst>
              <a:ext uri="{FF2B5EF4-FFF2-40B4-BE49-F238E27FC236}">
                <a16:creationId xmlns:a16="http://schemas.microsoft.com/office/drawing/2014/main" id="{EC113074-CC46-41A5-BB21-B28E4BE8C860}"/>
              </a:ext>
            </a:extLst>
          </p:cNvPr>
          <p:cNvSpPr txBox="1">
            <a:spLocks noChangeArrowheads="1"/>
          </p:cNvSpPr>
          <p:nvPr/>
        </p:nvSpPr>
        <p:spPr bwMode="auto">
          <a:xfrm>
            <a:off x="9606207" y="3536433"/>
            <a:ext cx="404812" cy="230187"/>
          </a:xfrm>
          <a:prstGeom prst="rect">
            <a:avLst/>
          </a:prstGeom>
          <a:noFill/>
          <a:ln w="9525">
            <a:noFill/>
            <a:miter lim="800000"/>
            <a:headEnd/>
            <a:tailEnd/>
          </a:ln>
        </p:spPr>
        <p:txBody>
          <a:bodyPr>
            <a:spAutoFit/>
          </a:bodyPr>
          <a:lstStyle/>
          <a:p>
            <a:r>
              <a:rPr lang="en-US" sz="900" dirty="0"/>
              <a:t>0..1</a:t>
            </a:r>
          </a:p>
        </p:txBody>
      </p:sp>
      <p:sp>
        <p:nvSpPr>
          <p:cNvPr id="21" name="Rectangle 6">
            <a:extLst>
              <a:ext uri="{FF2B5EF4-FFF2-40B4-BE49-F238E27FC236}">
                <a16:creationId xmlns:a16="http://schemas.microsoft.com/office/drawing/2014/main" id="{4284AE98-53A7-40B1-9E17-C16411FF8795}"/>
              </a:ext>
            </a:extLst>
          </p:cNvPr>
          <p:cNvSpPr>
            <a:spLocks noChangeArrowheads="1"/>
          </p:cNvSpPr>
          <p:nvPr/>
        </p:nvSpPr>
        <p:spPr bwMode="auto">
          <a:xfrm>
            <a:off x="1911537" y="1845010"/>
            <a:ext cx="1008063"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Customer</a:t>
            </a:r>
          </a:p>
        </p:txBody>
      </p:sp>
      <p:sp>
        <p:nvSpPr>
          <p:cNvPr id="22" name="Rectangle 6">
            <a:extLst>
              <a:ext uri="{FF2B5EF4-FFF2-40B4-BE49-F238E27FC236}">
                <a16:creationId xmlns:a16="http://schemas.microsoft.com/office/drawing/2014/main" id="{399C99E5-E394-4C6B-8B56-97E7E07EAE23}"/>
              </a:ext>
            </a:extLst>
          </p:cNvPr>
          <p:cNvSpPr>
            <a:spLocks noChangeArrowheads="1"/>
          </p:cNvSpPr>
          <p:nvPr/>
        </p:nvSpPr>
        <p:spPr bwMode="auto">
          <a:xfrm>
            <a:off x="3855537" y="1772810"/>
            <a:ext cx="1008063" cy="714863"/>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Order</a:t>
            </a:r>
          </a:p>
        </p:txBody>
      </p:sp>
      <p:sp>
        <p:nvSpPr>
          <p:cNvPr id="23" name="Rectangle 6">
            <a:extLst>
              <a:ext uri="{FF2B5EF4-FFF2-40B4-BE49-F238E27FC236}">
                <a16:creationId xmlns:a16="http://schemas.microsoft.com/office/drawing/2014/main" id="{7E5FAA59-CCDB-4DA6-9A94-26D0FE48F0F6}"/>
              </a:ext>
            </a:extLst>
          </p:cNvPr>
          <p:cNvSpPr>
            <a:spLocks noChangeArrowheads="1"/>
          </p:cNvSpPr>
          <p:nvPr/>
        </p:nvSpPr>
        <p:spPr bwMode="auto">
          <a:xfrm>
            <a:off x="1911537" y="4077010"/>
            <a:ext cx="1008063"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Catalog</a:t>
            </a:r>
          </a:p>
        </p:txBody>
      </p:sp>
      <p:sp>
        <p:nvSpPr>
          <p:cNvPr id="24" name="Rectangle 6">
            <a:extLst>
              <a:ext uri="{FF2B5EF4-FFF2-40B4-BE49-F238E27FC236}">
                <a16:creationId xmlns:a16="http://schemas.microsoft.com/office/drawing/2014/main" id="{5945D11E-AEDA-474D-9111-048FD7C3CCBA}"/>
              </a:ext>
            </a:extLst>
          </p:cNvPr>
          <p:cNvSpPr>
            <a:spLocks noChangeArrowheads="1"/>
          </p:cNvSpPr>
          <p:nvPr/>
        </p:nvSpPr>
        <p:spPr bwMode="auto">
          <a:xfrm>
            <a:off x="3855537" y="4077010"/>
            <a:ext cx="1008063"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Product</a:t>
            </a:r>
          </a:p>
        </p:txBody>
      </p:sp>
      <p:grpSp>
        <p:nvGrpSpPr>
          <p:cNvPr id="25" name="Group 10">
            <a:extLst>
              <a:ext uri="{FF2B5EF4-FFF2-40B4-BE49-F238E27FC236}">
                <a16:creationId xmlns:a16="http://schemas.microsoft.com/office/drawing/2014/main" id="{27F98302-1491-4F0E-83AA-0E74B3C905C8}"/>
              </a:ext>
            </a:extLst>
          </p:cNvPr>
          <p:cNvGrpSpPr>
            <a:grpSpLocks/>
          </p:cNvGrpSpPr>
          <p:nvPr/>
        </p:nvGrpSpPr>
        <p:grpSpPr bwMode="auto">
          <a:xfrm>
            <a:off x="3857125" y="2922923"/>
            <a:ext cx="1004887" cy="715228"/>
            <a:chOff x="938254" y="3065029"/>
            <a:chExt cx="1447951" cy="1152000"/>
          </a:xfrm>
        </p:grpSpPr>
        <p:sp>
          <p:nvSpPr>
            <p:cNvPr id="26" name="Rectangle 6">
              <a:extLst>
                <a:ext uri="{FF2B5EF4-FFF2-40B4-BE49-F238E27FC236}">
                  <a16:creationId xmlns:a16="http://schemas.microsoft.com/office/drawing/2014/main" id="{3C68C5AE-0969-4F97-82F9-E234074B2AAE}"/>
                </a:ext>
              </a:extLst>
            </p:cNvPr>
            <p:cNvSpPr>
              <a:spLocks noChangeArrowheads="1"/>
            </p:cNvSpPr>
            <p:nvPr/>
          </p:nvSpPr>
          <p:spPr bwMode="auto">
            <a:xfrm>
              <a:off x="946149" y="3065029"/>
              <a:ext cx="1440000" cy="1152000"/>
            </a:xfrm>
            <a:prstGeom prst="rect">
              <a:avLst/>
            </a:prstGeom>
            <a:solidFill>
              <a:schemeClr val="bg1"/>
            </a:solidFill>
            <a:ln w="17780">
              <a:solidFill>
                <a:schemeClr val="tx1"/>
              </a:solidFill>
              <a:miter lim="800000"/>
              <a:headEnd/>
              <a:tailEnd/>
            </a:ln>
          </p:spPr>
          <p:txBody>
            <a:bodyPr lIns="36000" tIns="36000" rIns="36000" bIns="36000"/>
            <a:lstStyle/>
            <a:p>
              <a:pPr algn="ctr">
                <a:buClrTx/>
                <a:buSzTx/>
                <a:buFontTx/>
                <a:buNone/>
              </a:pPr>
              <a:r>
                <a:rPr lang="en-US" sz="1200" dirty="0"/>
                <a:t>Order Item</a:t>
              </a:r>
            </a:p>
          </p:txBody>
        </p:sp>
        <p:cxnSp>
          <p:nvCxnSpPr>
            <p:cNvPr id="27" name="Straight Connector 6">
              <a:extLst>
                <a:ext uri="{FF2B5EF4-FFF2-40B4-BE49-F238E27FC236}">
                  <a16:creationId xmlns:a16="http://schemas.microsoft.com/office/drawing/2014/main" id="{F97CDC22-8CB8-4D23-A7C2-3D91973A6848}"/>
                </a:ext>
              </a:extLst>
            </p:cNvPr>
            <p:cNvCxnSpPr>
              <a:cxnSpLocks noChangeShapeType="1"/>
            </p:cNvCxnSpPr>
            <p:nvPr/>
          </p:nvCxnSpPr>
          <p:spPr bwMode="auto">
            <a:xfrm flipV="1">
              <a:off x="938254" y="3525383"/>
              <a:ext cx="1440000" cy="0"/>
            </a:xfrm>
            <a:prstGeom prst="line">
              <a:avLst/>
            </a:prstGeom>
            <a:noFill/>
            <a:ln w="12700" algn="ctr">
              <a:solidFill>
                <a:schemeClr val="tx1"/>
              </a:solidFill>
              <a:round/>
              <a:headEnd/>
              <a:tailEnd/>
            </a:ln>
          </p:spPr>
        </p:cxnSp>
        <p:cxnSp>
          <p:nvCxnSpPr>
            <p:cNvPr id="28" name="Straight Connector 7">
              <a:extLst>
                <a:ext uri="{FF2B5EF4-FFF2-40B4-BE49-F238E27FC236}">
                  <a16:creationId xmlns:a16="http://schemas.microsoft.com/office/drawing/2014/main" id="{4493EDF2-6B0F-4B26-944E-2D43C41B93A5}"/>
                </a:ext>
              </a:extLst>
            </p:cNvPr>
            <p:cNvCxnSpPr>
              <a:cxnSpLocks noChangeShapeType="1"/>
            </p:cNvCxnSpPr>
            <p:nvPr/>
          </p:nvCxnSpPr>
          <p:spPr bwMode="auto">
            <a:xfrm flipV="1">
              <a:off x="938254" y="3957480"/>
              <a:ext cx="1440000" cy="0"/>
            </a:xfrm>
            <a:prstGeom prst="line">
              <a:avLst/>
            </a:prstGeom>
            <a:noFill/>
            <a:ln w="12700" algn="ctr">
              <a:solidFill>
                <a:schemeClr val="tx1"/>
              </a:solidFill>
              <a:round/>
              <a:headEnd/>
              <a:tailEnd/>
            </a:ln>
          </p:spPr>
        </p:cxnSp>
        <p:sp>
          <p:nvSpPr>
            <p:cNvPr id="29" name="TextBox 8">
              <a:extLst>
                <a:ext uri="{FF2B5EF4-FFF2-40B4-BE49-F238E27FC236}">
                  <a16:creationId xmlns:a16="http://schemas.microsoft.com/office/drawing/2014/main" id="{4C0B6388-1C16-4834-87CF-35DC722CCC61}"/>
                </a:ext>
              </a:extLst>
            </p:cNvPr>
            <p:cNvSpPr txBox="1">
              <a:spLocks noChangeArrowheads="1"/>
            </p:cNvSpPr>
            <p:nvPr/>
          </p:nvSpPr>
          <p:spPr bwMode="auto">
            <a:xfrm>
              <a:off x="946204" y="3593918"/>
              <a:ext cx="1440000" cy="297392"/>
            </a:xfrm>
            <a:prstGeom prst="rect">
              <a:avLst/>
            </a:prstGeom>
            <a:noFill/>
            <a:ln w="9525">
              <a:noFill/>
              <a:miter lim="800000"/>
              <a:headEnd/>
              <a:tailEnd/>
            </a:ln>
          </p:spPr>
          <p:txBody>
            <a:bodyPr lIns="54000" tIns="18000" rIns="36000" bIns="18000"/>
            <a:lstStyle/>
            <a:p>
              <a:pPr algn="l"/>
              <a:r>
                <a:rPr lang="en-US" sz="900" dirty="0"/>
                <a:t>quantity</a:t>
              </a:r>
            </a:p>
          </p:txBody>
        </p:sp>
        <p:sp>
          <p:nvSpPr>
            <p:cNvPr id="30" name="TextBox 9">
              <a:extLst>
                <a:ext uri="{FF2B5EF4-FFF2-40B4-BE49-F238E27FC236}">
                  <a16:creationId xmlns:a16="http://schemas.microsoft.com/office/drawing/2014/main" id="{F3AFDCB0-27D2-4F08-B02F-01F18298C82A}"/>
                </a:ext>
              </a:extLst>
            </p:cNvPr>
            <p:cNvSpPr txBox="1">
              <a:spLocks noChangeArrowheads="1"/>
            </p:cNvSpPr>
            <p:nvPr/>
          </p:nvSpPr>
          <p:spPr bwMode="auto">
            <a:xfrm>
              <a:off x="946205" y="3947956"/>
              <a:ext cx="1440000" cy="266233"/>
            </a:xfrm>
            <a:prstGeom prst="rect">
              <a:avLst/>
            </a:prstGeom>
            <a:noFill/>
            <a:ln w="9525">
              <a:noFill/>
              <a:miter lim="800000"/>
              <a:headEnd/>
              <a:tailEnd/>
            </a:ln>
          </p:spPr>
          <p:txBody>
            <a:bodyPr lIns="54000" tIns="18000" rIns="36000" bIns="18000"/>
            <a:lstStyle/>
            <a:p>
              <a:pPr algn="l"/>
              <a:endParaRPr lang="en-US" sz="900" dirty="0"/>
            </a:p>
          </p:txBody>
        </p:sp>
      </p:grpSp>
      <p:sp>
        <p:nvSpPr>
          <p:cNvPr id="31" name="Diamond 27">
            <a:extLst>
              <a:ext uri="{FF2B5EF4-FFF2-40B4-BE49-F238E27FC236}">
                <a16:creationId xmlns:a16="http://schemas.microsoft.com/office/drawing/2014/main" id="{E9E1EAF1-0904-41E3-B07B-FB50379B6228}"/>
              </a:ext>
            </a:extLst>
          </p:cNvPr>
          <p:cNvSpPr>
            <a:spLocks noChangeArrowheads="1"/>
          </p:cNvSpPr>
          <p:nvPr/>
        </p:nvSpPr>
        <p:spPr bwMode="auto">
          <a:xfrm>
            <a:off x="4325986" y="2492810"/>
            <a:ext cx="71438" cy="180975"/>
          </a:xfrm>
          <a:prstGeom prst="diamond">
            <a:avLst/>
          </a:prstGeom>
          <a:solidFill>
            <a:schemeClr val="tx1"/>
          </a:solidFill>
          <a:ln w="9525" algn="ctr">
            <a:solidFill>
              <a:schemeClr val="tx1"/>
            </a:solidFill>
            <a:round/>
            <a:headEnd/>
            <a:tailEnd/>
          </a:ln>
        </p:spPr>
        <p:txBody>
          <a:bodyPr lIns="90000" tIns="46800" rIns="90000" bIns="46800" anchor="ctr"/>
          <a:lstStyle/>
          <a:p>
            <a:endParaRPr lang="en-US"/>
          </a:p>
        </p:txBody>
      </p:sp>
      <p:cxnSp>
        <p:nvCxnSpPr>
          <p:cNvPr id="32" name="AutoShape 114">
            <a:extLst>
              <a:ext uri="{FF2B5EF4-FFF2-40B4-BE49-F238E27FC236}">
                <a16:creationId xmlns:a16="http://schemas.microsoft.com/office/drawing/2014/main" id="{153D2D43-5528-4C97-8004-FAF6971EA6FB}"/>
              </a:ext>
            </a:extLst>
          </p:cNvPr>
          <p:cNvCxnSpPr>
            <a:cxnSpLocks noChangeShapeType="1"/>
            <a:stCxn id="26" idx="0"/>
            <a:endCxn id="31" idx="2"/>
          </p:cNvCxnSpPr>
          <p:nvPr/>
        </p:nvCxnSpPr>
        <p:spPr bwMode="auto">
          <a:xfrm flipH="1" flipV="1">
            <a:off x="4361705" y="2673785"/>
            <a:ext cx="584" cy="249138"/>
          </a:xfrm>
          <a:prstGeom prst="straightConnector1">
            <a:avLst/>
          </a:prstGeom>
          <a:noFill/>
          <a:ln w="8890">
            <a:solidFill>
              <a:schemeClr val="tx1"/>
            </a:solidFill>
            <a:round/>
            <a:headEnd/>
            <a:tailEnd type="none" w="med" len="lg"/>
          </a:ln>
        </p:spPr>
      </p:cxnSp>
      <p:cxnSp>
        <p:nvCxnSpPr>
          <p:cNvPr id="33" name="AutoShape 114">
            <a:extLst>
              <a:ext uri="{FF2B5EF4-FFF2-40B4-BE49-F238E27FC236}">
                <a16:creationId xmlns:a16="http://schemas.microsoft.com/office/drawing/2014/main" id="{84525B1E-6E77-470D-AFFC-E544AC984820}"/>
              </a:ext>
            </a:extLst>
          </p:cNvPr>
          <p:cNvCxnSpPr>
            <a:cxnSpLocks noChangeShapeType="1"/>
            <a:stCxn id="24" idx="0"/>
            <a:endCxn id="30" idx="2"/>
          </p:cNvCxnSpPr>
          <p:nvPr/>
        </p:nvCxnSpPr>
        <p:spPr bwMode="auto">
          <a:xfrm flipV="1">
            <a:off x="4359569" y="3636388"/>
            <a:ext cx="2759" cy="440622"/>
          </a:xfrm>
          <a:prstGeom prst="straightConnector1">
            <a:avLst/>
          </a:prstGeom>
          <a:noFill/>
          <a:ln w="8890">
            <a:solidFill>
              <a:schemeClr val="tx1"/>
            </a:solidFill>
            <a:round/>
            <a:headEnd/>
            <a:tailEnd type="none" w="med" len="lg"/>
          </a:ln>
        </p:spPr>
      </p:cxnSp>
      <p:cxnSp>
        <p:nvCxnSpPr>
          <p:cNvPr id="34" name="AutoShape 114">
            <a:extLst>
              <a:ext uri="{FF2B5EF4-FFF2-40B4-BE49-F238E27FC236}">
                <a16:creationId xmlns:a16="http://schemas.microsoft.com/office/drawing/2014/main" id="{2BB1893C-C305-417B-BABB-CA4C7358F962}"/>
              </a:ext>
            </a:extLst>
          </p:cNvPr>
          <p:cNvCxnSpPr>
            <a:cxnSpLocks noChangeShapeType="1"/>
            <a:stCxn id="23" idx="0"/>
            <a:endCxn id="21" idx="2"/>
          </p:cNvCxnSpPr>
          <p:nvPr/>
        </p:nvCxnSpPr>
        <p:spPr bwMode="auto">
          <a:xfrm flipV="1">
            <a:off x="2415569" y="2276810"/>
            <a:ext cx="0" cy="1800200"/>
          </a:xfrm>
          <a:prstGeom prst="straightConnector1">
            <a:avLst/>
          </a:prstGeom>
          <a:noFill/>
          <a:ln w="8890">
            <a:solidFill>
              <a:schemeClr val="tx1"/>
            </a:solidFill>
            <a:round/>
            <a:headEnd/>
            <a:tailEnd type="none" w="med" len="lg"/>
          </a:ln>
        </p:spPr>
      </p:cxnSp>
      <p:sp>
        <p:nvSpPr>
          <p:cNvPr id="35" name="Diamond 29">
            <a:extLst>
              <a:ext uri="{FF2B5EF4-FFF2-40B4-BE49-F238E27FC236}">
                <a16:creationId xmlns:a16="http://schemas.microsoft.com/office/drawing/2014/main" id="{64F7A7FE-BD93-4C88-82B3-2AF546B0C201}"/>
              </a:ext>
            </a:extLst>
          </p:cNvPr>
          <p:cNvSpPr>
            <a:spLocks noChangeArrowheads="1"/>
          </p:cNvSpPr>
          <p:nvPr/>
        </p:nvSpPr>
        <p:spPr bwMode="auto">
          <a:xfrm rot="5400000">
            <a:off x="2974369" y="4199675"/>
            <a:ext cx="71437" cy="180975"/>
          </a:xfrm>
          <a:prstGeom prst="diamond">
            <a:avLst/>
          </a:prstGeom>
          <a:solidFill>
            <a:schemeClr val="bg1"/>
          </a:solidFill>
          <a:ln w="9525" algn="ctr">
            <a:solidFill>
              <a:schemeClr val="tx1"/>
            </a:solidFill>
            <a:round/>
            <a:headEnd/>
            <a:tailEnd/>
          </a:ln>
        </p:spPr>
        <p:txBody>
          <a:bodyPr lIns="90000" tIns="46800" rIns="90000" bIns="46800" anchor="ctr"/>
          <a:lstStyle/>
          <a:p>
            <a:endParaRPr lang="en-US"/>
          </a:p>
        </p:txBody>
      </p:sp>
      <p:cxnSp>
        <p:nvCxnSpPr>
          <p:cNvPr id="36" name="AutoShape 115">
            <a:extLst>
              <a:ext uri="{FF2B5EF4-FFF2-40B4-BE49-F238E27FC236}">
                <a16:creationId xmlns:a16="http://schemas.microsoft.com/office/drawing/2014/main" id="{72E48DEA-16A6-4498-B753-F9227B4AC944}"/>
              </a:ext>
            </a:extLst>
          </p:cNvPr>
          <p:cNvCxnSpPr>
            <a:cxnSpLocks noChangeShapeType="1"/>
            <a:stCxn id="35" idx="0"/>
            <a:endCxn id="24" idx="1"/>
          </p:cNvCxnSpPr>
          <p:nvPr/>
        </p:nvCxnSpPr>
        <p:spPr bwMode="auto">
          <a:xfrm>
            <a:off x="3100575" y="4290163"/>
            <a:ext cx="754962" cy="2747"/>
          </a:xfrm>
          <a:prstGeom prst="straightConnector1">
            <a:avLst/>
          </a:prstGeom>
          <a:noFill/>
          <a:ln w="8890">
            <a:solidFill>
              <a:schemeClr val="tx1"/>
            </a:solidFill>
            <a:round/>
            <a:headEnd/>
            <a:tailEnd/>
          </a:ln>
        </p:spPr>
      </p:cxnSp>
      <p:cxnSp>
        <p:nvCxnSpPr>
          <p:cNvPr id="37" name="AutoShape 115">
            <a:extLst>
              <a:ext uri="{FF2B5EF4-FFF2-40B4-BE49-F238E27FC236}">
                <a16:creationId xmlns:a16="http://schemas.microsoft.com/office/drawing/2014/main" id="{739755F6-9EA4-4363-853A-E46BDC53AC4C}"/>
              </a:ext>
            </a:extLst>
          </p:cNvPr>
          <p:cNvCxnSpPr>
            <a:cxnSpLocks noChangeShapeType="1"/>
            <a:stCxn id="21" idx="3"/>
          </p:cNvCxnSpPr>
          <p:nvPr/>
        </p:nvCxnSpPr>
        <p:spPr bwMode="auto">
          <a:xfrm>
            <a:off x="2919600" y="2060910"/>
            <a:ext cx="936000" cy="0"/>
          </a:xfrm>
          <a:prstGeom prst="straightConnector1">
            <a:avLst/>
          </a:prstGeom>
          <a:noFill/>
          <a:ln w="8890">
            <a:solidFill>
              <a:schemeClr val="tx1"/>
            </a:solidFill>
            <a:round/>
            <a:headEnd/>
            <a:tailEnd/>
          </a:ln>
        </p:spPr>
      </p:cxnSp>
      <p:sp>
        <p:nvSpPr>
          <p:cNvPr id="38" name="TextBox 31">
            <a:extLst>
              <a:ext uri="{FF2B5EF4-FFF2-40B4-BE49-F238E27FC236}">
                <a16:creationId xmlns:a16="http://schemas.microsoft.com/office/drawing/2014/main" id="{FB602C2D-069B-4B31-A65F-F927C09EBB60}"/>
              </a:ext>
            </a:extLst>
          </p:cNvPr>
          <p:cNvSpPr txBox="1">
            <a:spLocks noChangeArrowheads="1"/>
          </p:cNvSpPr>
          <p:nvPr/>
        </p:nvSpPr>
        <p:spPr bwMode="auto">
          <a:xfrm>
            <a:off x="2912207" y="1796298"/>
            <a:ext cx="971550" cy="230187"/>
          </a:xfrm>
          <a:prstGeom prst="rect">
            <a:avLst/>
          </a:prstGeom>
          <a:noFill/>
          <a:ln w="9525">
            <a:noFill/>
            <a:miter lim="800000"/>
            <a:headEnd/>
            <a:tailEnd/>
          </a:ln>
        </p:spPr>
        <p:txBody>
          <a:bodyPr>
            <a:spAutoFit/>
          </a:bodyPr>
          <a:lstStyle/>
          <a:p>
            <a:r>
              <a:rPr lang="en-US" sz="900" dirty="0"/>
              <a:t> </a:t>
            </a:r>
            <a:r>
              <a:rPr lang="en-US" sz="900" dirty="0">
                <a:sym typeface="Wingdings 3" pitchFamily="18" charset="2"/>
              </a:rPr>
              <a:t> placed by</a:t>
            </a:r>
            <a:endParaRPr lang="en-US" sz="900" dirty="0"/>
          </a:p>
        </p:txBody>
      </p:sp>
      <p:sp>
        <p:nvSpPr>
          <p:cNvPr id="39" name="TextBox 32">
            <a:extLst>
              <a:ext uri="{FF2B5EF4-FFF2-40B4-BE49-F238E27FC236}">
                <a16:creationId xmlns:a16="http://schemas.microsoft.com/office/drawing/2014/main" id="{95DED7A8-8724-46D6-9E6F-96C810112A2D}"/>
              </a:ext>
            </a:extLst>
          </p:cNvPr>
          <p:cNvSpPr txBox="1">
            <a:spLocks noChangeArrowheads="1"/>
          </p:cNvSpPr>
          <p:nvPr/>
        </p:nvSpPr>
        <p:spPr bwMode="auto">
          <a:xfrm>
            <a:off x="1737091" y="2844902"/>
            <a:ext cx="680793" cy="507831"/>
          </a:xfrm>
          <a:prstGeom prst="rect">
            <a:avLst/>
          </a:prstGeom>
          <a:noFill/>
          <a:ln w="9525">
            <a:noFill/>
            <a:miter lim="800000"/>
            <a:headEnd/>
            <a:tailEnd/>
          </a:ln>
        </p:spPr>
        <p:txBody>
          <a:bodyPr wrap="square">
            <a:spAutoFit/>
          </a:bodyPr>
          <a:lstStyle/>
          <a:p>
            <a:pPr algn="ctr"/>
            <a:r>
              <a:rPr lang="en-US" sz="900" dirty="0"/>
              <a:t>▲</a:t>
            </a:r>
          </a:p>
          <a:p>
            <a:pPr algn="ctr"/>
            <a:r>
              <a:rPr lang="en-US" sz="900" dirty="0"/>
              <a:t>Can be shown to</a:t>
            </a:r>
          </a:p>
        </p:txBody>
      </p:sp>
      <p:sp>
        <p:nvSpPr>
          <p:cNvPr id="40" name="TextBox 32">
            <a:extLst>
              <a:ext uri="{FF2B5EF4-FFF2-40B4-BE49-F238E27FC236}">
                <a16:creationId xmlns:a16="http://schemas.microsoft.com/office/drawing/2014/main" id="{1DCE7CA2-3648-46D7-9DD4-847168D50E10}"/>
              </a:ext>
            </a:extLst>
          </p:cNvPr>
          <p:cNvSpPr txBox="1">
            <a:spLocks noChangeArrowheads="1"/>
          </p:cNvSpPr>
          <p:nvPr/>
        </p:nvSpPr>
        <p:spPr bwMode="auto">
          <a:xfrm>
            <a:off x="2888884" y="4060158"/>
            <a:ext cx="971550" cy="230832"/>
          </a:xfrm>
          <a:prstGeom prst="rect">
            <a:avLst/>
          </a:prstGeom>
          <a:noFill/>
          <a:ln w="9525">
            <a:noFill/>
            <a:miter lim="800000"/>
            <a:headEnd/>
            <a:tailEnd/>
          </a:ln>
        </p:spPr>
        <p:txBody>
          <a:bodyPr>
            <a:spAutoFit/>
          </a:bodyPr>
          <a:lstStyle/>
          <a:p>
            <a:pPr algn="ctr"/>
            <a:r>
              <a:rPr lang="en-US" sz="900" dirty="0"/>
              <a:t>presents</a:t>
            </a:r>
          </a:p>
        </p:txBody>
      </p:sp>
      <p:sp>
        <p:nvSpPr>
          <p:cNvPr id="41" name="Rectangle 6">
            <a:extLst>
              <a:ext uri="{FF2B5EF4-FFF2-40B4-BE49-F238E27FC236}">
                <a16:creationId xmlns:a16="http://schemas.microsoft.com/office/drawing/2014/main" id="{DC5BCD01-270D-4BD6-B932-314A681D08DF}"/>
              </a:ext>
            </a:extLst>
          </p:cNvPr>
          <p:cNvSpPr>
            <a:spLocks noChangeArrowheads="1"/>
          </p:cNvSpPr>
          <p:nvPr/>
        </p:nvSpPr>
        <p:spPr bwMode="auto">
          <a:xfrm>
            <a:off x="5658826" y="1628810"/>
            <a:ext cx="1008063"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Logistics Company</a:t>
            </a:r>
          </a:p>
        </p:txBody>
      </p:sp>
      <p:sp>
        <p:nvSpPr>
          <p:cNvPr id="42" name="Rectangle 6">
            <a:extLst>
              <a:ext uri="{FF2B5EF4-FFF2-40B4-BE49-F238E27FC236}">
                <a16:creationId xmlns:a16="http://schemas.microsoft.com/office/drawing/2014/main" id="{75AEC1A6-8A11-405B-A31D-47E0D1193E6E}"/>
              </a:ext>
            </a:extLst>
          </p:cNvPr>
          <p:cNvSpPr>
            <a:spLocks noChangeArrowheads="1"/>
          </p:cNvSpPr>
          <p:nvPr/>
        </p:nvSpPr>
        <p:spPr bwMode="auto">
          <a:xfrm>
            <a:off x="5658826" y="2205010"/>
            <a:ext cx="1008063"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Payment Service Prov.</a:t>
            </a:r>
          </a:p>
        </p:txBody>
      </p:sp>
      <p:cxnSp>
        <p:nvCxnSpPr>
          <p:cNvPr id="43" name="AutoShape 115">
            <a:extLst>
              <a:ext uri="{FF2B5EF4-FFF2-40B4-BE49-F238E27FC236}">
                <a16:creationId xmlns:a16="http://schemas.microsoft.com/office/drawing/2014/main" id="{5B519E7B-2E8C-4148-A40E-A548148DD4FB}"/>
              </a:ext>
            </a:extLst>
          </p:cNvPr>
          <p:cNvCxnSpPr>
            <a:cxnSpLocks noChangeShapeType="1"/>
          </p:cNvCxnSpPr>
          <p:nvPr/>
        </p:nvCxnSpPr>
        <p:spPr bwMode="auto">
          <a:xfrm>
            <a:off x="4863600" y="2353631"/>
            <a:ext cx="798646" cy="0"/>
          </a:xfrm>
          <a:prstGeom prst="straightConnector1">
            <a:avLst/>
          </a:prstGeom>
          <a:noFill/>
          <a:ln w="8890">
            <a:solidFill>
              <a:schemeClr val="tx1"/>
            </a:solidFill>
            <a:round/>
            <a:headEnd/>
            <a:tailEnd/>
          </a:ln>
        </p:spPr>
      </p:cxnSp>
      <p:sp>
        <p:nvSpPr>
          <p:cNvPr id="44" name="TextBox 32">
            <a:extLst>
              <a:ext uri="{FF2B5EF4-FFF2-40B4-BE49-F238E27FC236}">
                <a16:creationId xmlns:a16="http://schemas.microsoft.com/office/drawing/2014/main" id="{21764C33-9DDF-4E53-A47E-6A2408BDFF53}"/>
              </a:ext>
            </a:extLst>
          </p:cNvPr>
          <p:cNvSpPr txBox="1">
            <a:spLocks noChangeArrowheads="1"/>
          </p:cNvSpPr>
          <p:nvPr/>
        </p:nvSpPr>
        <p:spPr bwMode="auto">
          <a:xfrm>
            <a:off x="4805604" y="1710695"/>
            <a:ext cx="971550" cy="230188"/>
          </a:xfrm>
          <a:prstGeom prst="rect">
            <a:avLst/>
          </a:prstGeom>
          <a:noFill/>
          <a:ln w="9525">
            <a:noFill/>
            <a:miter lim="800000"/>
            <a:headEnd/>
            <a:tailEnd/>
          </a:ln>
        </p:spPr>
        <p:txBody>
          <a:bodyPr>
            <a:spAutoFit/>
          </a:bodyPr>
          <a:lstStyle/>
          <a:p>
            <a:r>
              <a:rPr lang="en-US" sz="900" dirty="0"/>
              <a:t>Shipping by </a:t>
            </a:r>
            <a:r>
              <a:rPr lang="en-US" sz="900" dirty="0">
                <a:sym typeface="Wingdings 3" pitchFamily="18" charset="2"/>
              </a:rPr>
              <a:t></a:t>
            </a:r>
            <a:endParaRPr lang="en-US" sz="900" dirty="0"/>
          </a:p>
        </p:txBody>
      </p:sp>
      <p:sp>
        <p:nvSpPr>
          <p:cNvPr id="45" name="TextBox 32">
            <a:extLst>
              <a:ext uri="{FF2B5EF4-FFF2-40B4-BE49-F238E27FC236}">
                <a16:creationId xmlns:a16="http://schemas.microsoft.com/office/drawing/2014/main" id="{795C71DF-F025-405F-92C6-462936C74CF4}"/>
              </a:ext>
            </a:extLst>
          </p:cNvPr>
          <p:cNvSpPr txBox="1">
            <a:spLocks noChangeArrowheads="1"/>
          </p:cNvSpPr>
          <p:nvPr/>
        </p:nvSpPr>
        <p:spPr bwMode="auto">
          <a:xfrm>
            <a:off x="4805604" y="2115141"/>
            <a:ext cx="971550" cy="230188"/>
          </a:xfrm>
          <a:prstGeom prst="rect">
            <a:avLst/>
          </a:prstGeom>
          <a:noFill/>
          <a:ln w="9525">
            <a:noFill/>
            <a:miter lim="800000"/>
            <a:headEnd/>
            <a:tailEnd/>
          </a:ln>
        </p:spPr>
        <p:txBody>
          <a:bodyPr>
            <a:spAutoFit/>
          </a:bodyPr>
          <a:lstStyle/>
          <a:p>
            <a:r>
              <a:rPr lang="en-US" sz="900" dirty="0"/>
              <a:t>Payment via </a:t>
            </a:r>
            <a:r>
              <a:rPr lang="en-US" sz="900" dirty="0">
                <a:sym typeface="Wingdings 3" pitchFamily="18" charset="2"/>
              </a:rPr>
              <a:t></a:t>
            </a:r>
            <a:endParaRPr lang="en-US" sz="900" dirty="0"/>
          </a:p>
        </p:txBody>
      </p:sp>
      <p:sp>
        <p:nvSpPr>
          <p:cNvPr id="46" name="TextBox 33">
            <a:extLst>
              <a:ext uri="{FF2B5EF4-FFF2-40B4-BE49-F238E27FC236}">
                <a16:creationId xmlns:a16="http://schemas.microsoft.com/office/drawing/2014/main" id="{A256E4F1-D559-4A54-8E8D-5D0B1CD13C9B}"/>
              </a:ext>
            </a:extLst>
          </p:cNvPr>
          <p:cNvSpPr txBox="1">
            <a:spLocks noChangeArrowheads="1"/>
          </p:cNvSpPr>
          <p:nvPr/>
        </p:nvSpPr>
        <p:spPr bwMode="auto">
          <a:xfrm>
            <a:off x="5262807" y="1918657"/>
            <a:ext cx="404812" cy="230832"/>
          </a:xfrm>
          <a:prstGeom prst="rect">
            <a:avLst/>
          </a:prstGeom>
          <a:noFill/>
          <a:ln w="9525">
            <a:noFill/>
            <a:miter lim="800000"/>
            <a:headEnd/>
            <a:tailEnd/>
          </a:ln>
        </p:spPr>
        <p:txBody>
          <a:bodyPr>
            <a:spAutoFit/>
          </a:bodyPr>
          <a:lstStyle/>
          <a:p>
            <a:pPr algn="r"/>
            <a:r>
              <a:rPr lang="en-US" sz="900" dirty="0"/>
              <a:t>1</a:t>
            </a:r>
          </a:p>
        </p:txBody>
      </p:sp>
      <p:sp>
        <p:nvSpPr>
          <p:cNvPr id="47" name="TextBox 33">
            <a:extLst>
              <a:ext uri="{FF2B5EF4-FFF2-40B4-BE49-F238E27FC236}">
                <a16:creationId xmlns:a16="http://schemas.microsoft.com/office/drawing/2014/main" id="{5A2E7E3F-8BCF-4D92-9664-372DD538ED60}"/>
              </a:ext>
            </a:extLst>
          </p:cNvPr>
          <p:cNvSpPr txBox="1">
            <a:spLocks noChangeArrowheads="1"/>
          </p:cNvSpPr>
          <p:nvPr/>
        </p:nvSpPr>
        <p:spPr bwMode="auto">
          <a:xfrm>
            <a:off x="5262807" y="2340688"/>
            <a:ext cx="404812" cy="230832"/>
          </a:xfrm>
          <a:prstGeom prst="rect">
            <a:avLst/>
          </a:prstGeom>
          <a:noFill/>
          <a:ln w="9525">
            <a:noFill/>
            <a:miter lim="800000"/>
            <a:headEnd/>
            <a:tailEnd/>
          </a:ln>
        </p:spPr>
        <p:txBody>
          <a:bodyPr>
            <a:spAutoFit/>
          </a:bodyPr>
          <a:lstStyle/>
          <a:p>
            <a:pPr algn="r"/>
            <a:r>
              <a:rPr lang="en-US" sz="900" dirty="0"/>
              <a:t>1</a:t>
            </a:r>
          </a:p>
        </p:txBody>
      </p:sp>
      <p:sp>
        <p:nvSpPr>
          <p:cNvPr id="48" name="TextBox 33">
            <a:extLst>
              <a:ext uri="{FF2B5EF4-FFF2-40B4-BE49-F238E27FC236}">
                <a16:creationId xmlns:a16="http://schemas.microsoft.com/office/drawing/2014/main" id="{26650636-49DE-4A7E-A1E2-D998EB8464B1}"/>
              </a:ext>
            </a:extLst>
          </p:cNvPr>
          <p:cNvSpPr txBox="1">
            <a:spLocks noChangeArrowheads="1"/>
          </p:cNvSpPr>
          <p:nvPr/>
        </p:nvSpPr>
        <p:spPr bwMode="auto">
          <a:xfrm>
            <a:off x="2897676" y="2041749"/>
            <a:ext cx="404812" cy="230832"/>
          </a:xfrm>
          <a:prstGeom prst="rect">
            <a:avLst/>
          </a:prstGeom>
          <a:noFill/>
          <a:ln w="9525">
            <a:noFill/>
            <a:miter lim="800000"/>
            <a:headEnd/>
            <a:tailEnd/>
          </a:ln>
        </p:spPr>
        <p:txBody>
          <a:bodyPr>
            <a:spAutoFit/>
          </a:bodyPr>
          <a:lstStyle/>
          <a:p>
            <a:r>
              <a:rPr lang="en-US" sz="900" dirty="0"/>
              <a:t>1</a:t>
            </a:r>
          </a:p>
        </p:txBody>
      </p:sp>
      <p:sp>
        <p:nvSpPr>
          <p:cNvPr id="49" name="TextBox 33">
            <a:extLst>
              <a:ext uri="{FF2B5EF4-FFF2-40B4-BE49-F238E27FC236}">
                <a16:creationId xmlns:a16="http://schemas.microsoft.com/office/drawing/2014/main" id="{2239CF13-861C-4561-A249-88F3F31E313C}"/>
              </a:ext>
            </a:extLst>
          </p:cNvPr>
          <p:cNvSpPr txBox="1">
            <a:spLocks noChangeArrowheads="1"/>
          </p:cNvSpPr>
          <p:nvPr/>
        </p:nvSpPr>
        <p:spPr bwMode="auto">
          <a:xfrm>
            <a:off x="3947063" y="3817796"/>
            <a:ext cx="404812" cy="230832"/>
          </a:xfrm>
          <a:prstGeom prst="rect">
            <a:avLst/>
          </a:prstGeom>
          <a:noFill/>
          <a:ln w="9525">
            <a:noFill/>
            <a:miter lim="800000"/>
            <a:headEnd/>
            <a:tailEnd/>
          </a:ln>
        </p:spPr>
        <p:txBody>
          <a:bodyPr>
            <a:spAutoFit/>
          </a:bodyPr>
          <a:lstStyle/>
          <a:p>
            <a:pPr algn="r"/>
            <a:r>
              <a:rPr lang="en-US" sz="900" dirty="0"/>
              <a:t>1</a:t>
            </a:r>
          </a:p>
        </p:txBody>
      </p:sp>
      <p:sp>
        <p:nvSpPr>
          <p:cNvPr id="50" name="Rectangle 6">
            <a:extLst>
              <a:ext uri="{FF2B5EF4-FFF2-40B4-BE49-F238E27FC236}">
                <a16:creationId xmlns:a16="http://schemas.microsoft.com/office/drawing/2014/main" id="{C378F854-A293-4CD5-ABEA-A13B5B6466EE}"/>
              </a:ext>
            </a:extLst>
          </p:cNvPr>
          <p:cNvSpPr>
            <a:spLocks noChangeArrowheads="1"/>
          </p:cNvSpPr>
          <p:nvPr/>
        </p:nvSpPr>
        <p:spPr bwMode="auto">
          <a:xfrm>
            <a:off x="5655600" y="4077010"/>
            <a:ext cx="1008063"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200" dirty="0"/>
              <a:t>Supplier</a:t>
            </a:r>
          </a:p>
        </p:txBody>
      </p:sp>
      <p:sp>
        <p:nvSpPr>
          <p:cNvPr id="51" name="TextBox 32">
            <a:extLst>
              <a:ext uri="{FF2B5EF4-FFF2-40B4-BE49-F238E27FC236}">
                <a16:creationId xmlns:a16="http://schemas.microsoft.com/office/drawing/2014/main" id="{2EBB0D7A-748B-4BC9-982D-BEB0B5597140}"/>
              </a:ext>
            </a:extLst>
          </p:cNvPr>
          <p:cNvSpPr txBox="1">
            <a:spLocks noChangeArrowheads="1"/>
          </p:cNvSpPr>
          <p:nvPr/>
        </p:nvSpPr>
        <p:spPr bwMode="auto">
          <a:xfrm>
            <a:off x="4805606" y="4051364"/>
            <a:ext cx="971550" cy="230188"/>
          </a:xfrm>
          <a:prstGeom prst="rect">
            <a:avLst/>
          </a:prstGeom>
          <a:noFill/>
          <a:ln w="9525">
            <a:noFill/>
            <a:miter lim="800000"/>
            <a:headEnd/>
            <a:tailEnd/>
          </a:ln>
        </p:spPr>
        <p:txBody>
          <a:bodyPr>
            <a:spAutoFit/>
          </a:bodyPr>
          <a:lstStyle/>
          <a:p>
            <a:r>
              <a:rPr lang="en-US" sz="900" dirty="0"/>
              <a:t>Supplied by </a:t>
            </a:r>
            <a:r>
              <a:rPr lang="en-US" sz="900" dirty="0">
                <a:sym typeface="Wingdings 3" pitchFamily="18" charset="2"/>
              </a:rPr>
              <a:t></a:t>
            </a:r>
            <a:endParaRPr lang="en-US" sz="900" dirty="0"/>
          </a:p>
        </p:txBody>
      </p:sp>
      <p:cxnSp>
        <p:nvCxnSpPr>
          <p:cNvPr id="52" name="AutoShape 116">
            <a:extLst>
              <a:ext uri="{FF2B5EF4-FFF2-40B4-BE49-F238E27FC236}">
                <a16:creationId xmlns:a16="http://schemas.microsoft.com/office/drawing/2014/main" id="{303469AF-F6FB-4572-B76E-F163EC18CE0F}"/>
              </a:ext>
            </a:extLst>
          </p:cNvPr>
          <p:cNvCxnSpPr>
            <a:cxnSpLocks noChangeShapeType="1"/>
            <a:stCxn id="24" idx="3"/>
            <a:endCxn id="50" idx="1"/>
          </p:cNvCxnSpPr>
          <p:nvPr/>
        </p:nvCxnSpPr>
        <p:spPr bwMode="auto">
          <a:xfrm>
            <a:off x="4863600" y="4292910"/>
            <a:ext cx="792000" cy="0"/>
          </a:xfrm>
          <a:prstGeom prst="straightConnector1">
            <a:avLst/>
          </a:prstGeom>
          <a:noFill/>
          <a:ln w="8890">
            <a:solidFill>
              <a:schemeClr val="tx1"/>
            </a:solidFill>
            <a:round/>
            <a:headEnd/>
            <a:tailEnd/>
          </a:ln>
        </p:spPr>
      </p:cxnSp>
      <p:cxnSp>
        <p:nvCxnSpPr>
          <p:cNvPr id="53" name="AutoShape 34">
            <a:extLst>
              <a:ext uri="{FF2B5EF4-FFF2-40B4-BE49-F238E27FC236}">
                <a16:creationId xmlns:a16="http://schemas.microsoft.com/office/drawing/2014/main" id="{71428A63-6608-401D-84CC-EE11E80646DD}"/>
              </a:ext>
            </a:extLst>
          </p:cNvPr>
          <p:cNvCxnSpPr>
            <a:cxnSpLocks noChangeShapeType="1"/>
            <a:endCxn id="62" idx="0"/>
          </p:cNvCxnSpPr>
          <p:nvPr/>
        </p:nvCxnSpPr>
        <p:spPr bwMode="auto">
          <a:xfrm>
            <a:off x="8247520" y="5804810"/>
            <a:ext cx="504056" cy="0"/>
          </a:xfrm>
          <a:prstGeom prst="straightConnector1">
            <a:avLst/>
          </a:prstGeom>
          <a:noFill/>
          <a:ln w="8890">
            <a:solidFill>
              <a:schemeClr val="tx1"/>
            </a:solidFill>
            <a:round/>
            <a:headEnd type="none" w="med" len="med"/>
            <a:tailEnd/>
          </a:ln>
        </p:spPr>
      </p:cxnSp>
      <p:cxnSp>
        <p:nvCxnSpPr>
          <p:cNvPr id="54" name="AutoShape 35">
            <a:extLst>
              <a:ext uri="{FF2B5EF4-FFF2-40B4-BE49-F238E27FC236}">
                <a16:creationId xmlns:a16="http://schemas.microsoft.com/office/drawing/2014/main" id="{48005C5A-934F-44F8-886E-447C3E2D09C7}"/>
              </a:ext>
            </a:extLst>
          </p:cNvPr>
          <p:cNvCxnSpPr>
            <a:cxnSpLocks noChangeShapeType="1"/>
            <a:stCxn id="62" idx="2"/>
          </p:cNvCxnSpPr>
          <p:nvPr/>
        </p:nvCxnSpPr>
        <p:spPr bwMode="auto">
          <a:xfrm>
            <a:off x="8823584" y="5876818"/>
            <a:ext cx="0" cy="360040"/>
          </a:xfrm>
          <a:prstGeom prst="straightConnector1">
            <a:avLst/>
          </a:prstGeom>
          <a:noFill/>
          <a:ln w="8890">
            <a:solidFill>
              <a:schemeClr val="tx1"/>
            </a:solidFill>
            <a:round/>
            <a:headEnd/>
            <a:tailEnd/>
          </a:ln>
        </p:spPr>
      </p:cxnSp>
      <p:cxnSp>
        <p:nvCxnSpPr>
          <p:cNvPr id="55" name="AutoShape 65">
            <a:extLst>
              <a:ext uri="{FF2B5EF4-FFF2-40B4-BE49-F238E27FC236}">
                <a16:creationId xmlns:a16="http://schemas.microsoft.com/office/drawing/2014/main" id="{FDDC1DCA-81F7-4AD2-8BD4-64F4F8C772A7}"/>
              </a:ext>
            </a:extLst>
          </p:cNvPr>
          <p:cNvCxnSpPr>
            <a:cxnSpLocks noChangeShapeType="1"/>
            <a:endCxn id="61" idx="0"/>
          </p:cNvCxnSpPr>
          <p:nvPr/>
        </p:nvCxnSpPr>
        <p:spPr bwMode="auto">
          <a:xfrm flipV="1">
            <a:off x="8967576" y="5876818"/>
            <a:ext cx="24" cy="360040"/>
          </a:xfrm>
          <a:prstGeom prst="straightConnector1">
            <a:avLst/>
          </a:prstGeom>
          <a:noFill/>
          <a:ln w="8890">
            <a:solidFill>
              <a:schemeClr val="tx1"/>
            </a:solidFill>
            <a:round/>
            <a:headEnd/>
            <a:tailEnd/>
          </a:ln>
        </p:spPr>
      </p:cxnSp>
      <p:cxnSp>
        <p:nvCxnSpPr>
          <p:cNvPr id="56" name="AutoShape 66">
            <a:extLst>
              <a:ext uri="{FF2B5EF4-FFF2-40B4-BE49-F238E27FC236}">
                <a16:creationId xmlns:a16="http://schemas.microsoft.com/office/drawing/2014/main" id="{5987B233-6AE7-4B29-A6C7-3D84D3245FD0}"/>
              </a:ext>
            </a:extLst>
          </p:cNvPr>
          <p:cNvCxnSpPr>
            <a:cxnSpLocks noChangeShapeType="1"/>
            <a:endCxn id="61" idx="2"/>
          </p:cNvCxnSpPr>
          <p:nvPr/>
        </p:nvCxnSpPr>
        <p:spPr bwMode="auto">
          <a:xfrm flipH="1">
            <a:off x="9039608" y="5804810"/>
            <a:ext cx="576264" cy="0"/>
          </a:xfrm>
          <a:prstGeom prst="straightConnector1">
            <a:avLst/>
          </a:prstGeom>
          <a:noFill/>
          <a:ln w="8890">
            <a:solidFill>
              <a:schemeClr val="tx1"/>
            </a:solidFill>
            <a:round/>
            <a:headEnd type="none" w="med" len="med"/>
            <a:tailEnd/>
          </a:ln>
        </p:spPr>
      </p:cxnSp>
      <p:sp>
        <p:nvSpPr>
          <p:cNvPr id="57" name="Arc 56">
            <a:extLst>
              <a:ext uri="{FF2B5EF4-FFF2-40B4-BE49-F238E27FC236}">
                <a16:creationId xmlns:a16="http://schemas.microsoft.com/office/drawing/2014/main" id="{D4030043-E583-47A0-AC90-CAD4D364361D}"/>
              </a:ext>
            </a:extLst>
          </p:cNvPr>
          <p:cNvSpPr/>
          <p:nvPr/>
        </p:nvSpPr>
        <p:spPr>
          <a:xfrm>
            <a:off x="8895592" y="5300754"/>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8" name="Arc 57">
            <a:extLst>
              <a:ext uri="{FF2B5EF4-FFF2-40B4-BE49-F238E27FC236}">
                <a16:creationId xmlns:a16="http://schemas.microsoft.com/office/drawing/2014/main" id="{F8F50530-0535-465C-8A01-7D675DB913DE}"/>
              </a:ext>
            </a:extLst>
          </p:cNvPr>
          <p:cNvSpPr/>
          <p:nvPr/>
        </p:nvSpPr>
        <p:spPr>
          <a:xfrm rot="16200000">
            <a:off x="8751576" y="5300754"/>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9" name="Arc 58">
            <a:extLst>
              <a:ext uri="{FF2B5EF4-FFF2-40B4-BE49-F238E27FC236}">
                <a16:creationId xmlns:a16="http://schemas.microsoft.com/office/drawing/2014/main" id="{554751D5-75DA-4816-BB18-90C6CBC6A897}"/>
              </a:ext>
            </a:extLst>
          </p:cNvPr>
          <p:cNvSpPr/>
          <p:nvPr/>
        </p:nvSpPr>
        <p:spPr>
          <a:xfrm rot="5400000">
            <a:off x="8895592" y="544477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0" name="Arc 59">
            <a:extLst>
              <a:ext uri="{FF2B5EF4-FFF2-40B4-BE49-F238E27FC236}">
                <a16:creationId xmlns:a16="http://schemas.microsoft.com/office/drawing/2014/main" id="{E2E726E7-BB80-4FDC-9458-6BDAACD8E6AA}"/>
              </a:ext>
            </a:extLst>
          </p:cNvPr>
          <p:cNvSpPr/>
          <p:nvPr/>
        </p:nvSpPr>
        <p:spPr>
          <a:xfrm rot="10800000">
            <a:off x="8751576" y="544477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
        <p:nvSpPr>
          <p:cNvPr id="61" name="Arc 60">
            <a:extLst>
              <a:ext uri="{FF2B5EF4-FFF2-40B4-BE49-F238E27FC236}">
                <a16:creationId xmlns:a16="http://schemas.microsoft.com/office/drawing/2014/main" id="{EB266151-D9DE-4573-BDE0-12F434AEBA52}"/>
              </a:ext>
            </a:extLst>
          </p:cNvPr>
          <p:cNvSpPr/>
          <p:nvPr/>
        </p:nvSpPr>
        <p:spPr>
          <a:xfrm rot="16200000">
            <a:off x="8967600" y="580481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2" name="Arc 61">
            <a:extLst>
              <a:ext uri="{FF2B5EF4-FFF2-40B4-BE49-F238E27FC236}">
                <a16:creationId xmlns:a16="http://schemas.microsoft.com/office/drawing/2014/main" id="{E494D5D4-D6BA-461A-92FB-BE0EA502594C}"/>
              </a:ext>
            </a:extLst>
          </p:cNvPr>
          <p:cNvSpPr/>
          <p:nvPr/>
        </p:nvSpPr>
        <p:spPr>
          <a:xfrm>
            <a:off x="8679568" y="5804810"/>
            <a:ext cx="144016" cy="144016"/>
          </a:xfrm>
          <a:prstGeom prst="arc">
            <a:avLst/>
          </a:prstGeom>
          <a:ln w="889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907710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C56FE-F935-48EC-B223-2760C9CE5E56}"/>
              </a:ext>
            </a:extLst>
          </p:cNvPr>
          <p:cNvSpPr>
            <a:spLocks noGrp="1"/>
          </p:cNvSpPr>
          <p:nvPr>
            <p:ph type="title"/>
          </p:nvPr>
        </p:nvSpPr>
        <p:spPr/>
        <p:txBody>
          <a:bodyPr/>
          <a:lstStyle/>
          <a:p>
            <a:r>
              <a:rPr lang="en-US" dirty="0"/>
              <a:t>TAM Deployment Diagram</a:t>
            </a:r>
          </a:p>
        </p:txBody>
      </p:sp>
      <p:pic>
        <p:nvPicPr>
          <p:cNvPr id="3" name="Picture 2">
            <a:extLst>
              <a:ext uri="{FF2B5EF4-FFF2-40B4-BE49-F238E27FC236}">
                <a16:creationId xmlns:a16="http://schemas.microsoft.com/office/drawing/2014/main" id="{B855C1DC-4500-4E7C-9DDB-CB0B64E3D7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0388" y="4127166"/>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21ED91A9-DC3A-472C-8A66-09CD2F73C4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0389" y="3791235"/>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700074B0-4D18-4745-A252-9DA22DF0B5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0389" y="4463097"/>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235B1E12-A8CA-47A0-860D-BC684745AC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0387" y="5806822"/>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69850B7C-7DDC-4CB0-B213-5C2A8E0D8A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40389" y="5134959"/>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a:extLst>
              <a:ext uri="{FF2B5EF4-FFF2-40B4-BE49-F238E27FC236}">
                <a16:creationId xmlns:a16="http://schemas.microsoft.com/office/drawing/2014/main" id="{7D828ABB-AB49-42AD-82E3-6D3CA3BDD2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0389" y="4799028"/>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a:extLst>
              <a:ext uri="{FF2B5EF4-FFF2-40B4-BE49-F238E27FC236}">
                <a16:creationId xmlns:a16="http://schemas.microsoft.com/office/drawing/2014/main" id="{01A693F7-BD31-457D-A188-70F202EA18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40389" y="5470890"/>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22">
            <a:extLst>
              <a:ext uri="{FF2B5EF4-FFF2-40B4-BE49-F238E27FC236}">
                <a16:creationId xmlns:a16="http://schemas.microsoft.com/office/drawing/2014/main" id="{BA793BA5-E2D6-46DD-A458-5A29E831A56D}"/>
              </a:ext>
            </a:extLst>
          </p:cNvPr>
          <p:cNvSpPr>
            <a:spLocks noChangeArrowheads="1"/>
          </p:cNvSpPr>
          <p:nvPr/>
        </p:nvSpPr>
        <p:spPr bwMode="auto">
          <a:xfrm>
            <a:off x="8463410" y="1761347"/>
            <a:ext cx="1145157" cy="558695"/>
          </a:xfrm>
          <a:prstGeom prst="rect">
            <a:avLst/>
          </a:prstGeom>
          <a:solidFill>
            <a:srgbClr val="DDDDDD"/>
          </a:solidFill>
          <a:ln w="17780">
            <a:solidFill>
              <a:schemeClr val="tx1"/>
            </a:solidFill>
            <a:miter lim="800000"/>
            <a:headEnd/>
            <a:tailEnd/>
          </a:ln>
        </p:spPr>
        <p:txBody>
          <a:bodyPr lIns="36000" tIns="36000" rIns="36000" bIns="36000" anchor="b"/>
          <a:lstStyle/>
          <a:p>
            <a:pPr algn="ctr">
              <a:buClrTx/>
              <a:buSzTx/>
              <a:buFontTx/>
              <a:buNone/>
            </a:pPr>
            <a:r>
              <a:rPr lang="en-US" sz="1050" dirty="0"/>
              <a:t>Container</a:t>
            </a:r>
          </a:p>
        </p:txBody>
      </p:sp>
      <p:sp>
        <p:nvSpPr>
          <p:cNvPr id="11" name="Rectangle 138">
            <a:extLst>
              <a:ext uri="{FF2B5EF4-FFF2-40B4-BE49-F238E27FC236}">
                <a16:creationId xmlns:a16="http://schemas.microsoft.com/office/drawing/2014/main" id="{B49BA585-4CAE-419A-8D43-211141C72FF5}"/>
              </a:ext>
            </a:extLst>
          </p:cNvPr>
          <p:cNvSpPr>
            <a:spLocks noChangeArrowheads="1"/>
          </p:cNvSpPr>
          <p:nvPr/>
        </p:nvSpPr>
        <p:spPr bwMode="auto">
          <a:xfrm>
            <a:off x="7311410" y="1761347"/>
            <a:ext cx="1008062"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050" dirty="0"/>
              <a:t>Node</a:t>
            </a:r>
          </a:p>
        </p:txBody>
      </p:sp>
      <p:sp>
        <p:nvSpPr>
          <p:cNvPr id="12" name="TextBox 29">
            <a:extLst>
              <a:ext uri="{FF2B5EF4-FFF2-40B4-BE49-F238E27FC236}">
                <a16:creationId xmlns:a16="http://schemas.microsoft.com/office/drawing/2014/main" id="{22C299D4-B795-4CB1-BAAC-2798F5BC59E8}"/>
              </a:ext>
            </a:extLst>
          </p:cNvPr>
          <p:cNvSpPr txBox="1">
            <a:spLocks noChangeArrowheads="1"/>
          </p:cNvSpPr>
          <p:nvPr/>
        </p:nvSpPr>
        <p:spPr bwMode="auto">
          <a:xfrm>
            <a:off x="8024794" y="3791235"/>
            <a:ext cx="1008062" cy="230832"/>
          </a:xfrm>
          <a:prstGeom prst="rect">
            <a:avLst/>
          </a:prstGeom>
          <a:noFill/>
          <a:ln w="9525">
            <a:noFill/>
            <a:miter lim="800000"/>
            <a:headEnd/>
            <a:tailEnd/>
          </a:ln>
        </p:spPr>
        <p:txBody>
          <a:bodyPr>
            <a:spAutoFit/>
          </a:bodyPr>
          <a:lstStyle/>
          <a:p>
            <a:r>
              <a:rPr lang="en-US" sz="900" dirty="0"/>
              <a:t>System</a:t>
            </a:r>
          </a:p>
        </p:txBody>
      </p:sp>
      <p:sp>
        <p:nvSpPr>
          <p:cNvPr id="13" name="TextBox 29">
            <a:extLst>
              <a:ext uri="{FF2B5EF4-FFF2-40B4-BE49-F238E27FC236}">
                <a16:creationId xmlns:a16="http://schemas.microsoft.com/office/drawing/2014/main" id="{CCAA39BD-3D04-4CB3-967E-9C8B85D4603E}"/>
              </a:ext>
            </a:extLst>
          </p:cNvPr>
          <p:cNvSpPr txBox="1">
            <a:spLocks noChangeArrowheads="1"/>
          </p:cNvSpPr>
          <p:nvPr/>
        </p:nvSpPr>
        <p:spPr bwMode="auto">
          <a:xfrm>
            <a:off x="8024794" y="4120493"/>
            <a:ext cx="1008062" cy="230832"/>
          </a:xfrm>
          <a:prstGeom prst="rect">
            <a:avLst/>
          </a:prstGeom>
          <a:noFill/>
          <a:ln w="9525">
            <a:noFill/>
            <a:miter lim="800000"/>
            <a:headEnd/>
            <a:tailEnd/>
          </a:ln>
        </p:spPr>
        <p:txBody>
          <a:bodyPr>
            <a:spAutoFit/>
          </a:bodyPr>
          <a:lstStyle/>
          <a:p>
            <a:r>
              <a:rPr lang="en-US" sz="900" dirty="0"/>
              <a:t>AS ABAP</a:t>
            </a:r>
          </a:p>
        </p:txBody>
      </p:sp>
      <p:sp>
        <p:nvSpPr>
          <p:cNvPr id="14" name="TextBox 29">
            <a:extLst>
              <a:ext uri="{FF2B5EF4-FFF2-40B4-BE49-F238E27FC236}">
                <a16:creationId xmlns:a16="http://schemas.microsoft.com/office/drawing/2014/main" id="{53EF68E7-374C-4E55-BACC-F13D25B04180}"/>
              </a:ext>
            </a:extLst>
          </p:cNvPr>
          <p:cNvSpPr txBox="1">
            <a:spLocks noChangeArrowheads="1"/>
          </p:cNvSpPr>
          <p:nvPr/>
        </p:nvSpPr>
        <p:spPr bwMode="auto">
          <a:xfrm>
            <a:off x="8024794" y="4449752"/>
            <a:ext cx="1008062" cy="230832"/>
          </a:xfrm>
          <a:prstGeom prst="rect">
            <a:avLst/>
          </a:prstGeom>
          <a:noFill/>
          <a:ln w="9525">
            <a:noFill/>
            <a:miter lim="800000"/>
            <a:headEnd/>
            <a:tailEnd/>
          </a:ln>
        </p:spPr>
        <p:txBody>
          <a:bodyPr>
            <a:spAutoFit/>
          </a:bodyPr>
          <a:lstStyle/>
          <a:p>
            <a:r>
              <a:rPr lang="en-US" sz="900" dirty="0"/>
              <a:t>AS Java</a:t>
            </a:r>
          </a:p>
        </p:txBody>
      </p:sp>
      <p:sp>
        <p:nvSpPr>
          <p:cNvPr id="15" name="TextBox 29">
            <a:extLst>
              <a:ext uri="{FF2B5EF4-FFF2-40B4-BE49-F238E27FC236}">
                <a16:creationId xmlns:a16="http://schemas.microsoft.com/office/drawing/2014/main" id="{1407C142-F0D3-4BD8-9034-6C8F667D0BBE}"/>
              </a:ext>
            </a:extLst>
          </p:cNvPr>
          <p:cNvSpPr txBox="1">
            <a:spLocks noChangeArrowheads="1"/>
          </p:cNvSpPr>
          <p:nvPr/>
        </p:nvSpPr>
        <p:spPr bwMode="auto">
          <a:xfrm>
            <a:off x="8024794" y="4792355"/>
            <a:ext cx="1008062" cy="230832"/>
          </a:xfrm>
          <a:prstGeom prst="rect">
            <a:avLst/>
          </a:prstGeom>
          <a:noFill/>
          <a:ln w="9525">
            <a:noFill/>
            <a:miter lim="800000"/>
            <a:headEnd/>
            <a:tailEnd/>
          </a:ln>
        </p:spPr>
        <p:txBody>
          <a:bodyPr>
            <a:spAutoFit/>
          </a:bodyPr>
          <a:lstStyle/>
          <a:p>
            <a:r>
              <a:rPr lang="en-US" sz="900" dirty="0"/>
              <a:t>Browser (JS)</a:t>
            </a:r>
          </a:p>
        </p:txBody>
      </p:sp>
      <p:sp>
        <p:nvSpPr>
          <p:cNvPr id="16" name="TextBox 29">
            <a:extLst>
              <a:ext uri="{FF2B5EF4-FFF2-40B4-BE49-F238E27FC236}">
                <a16:creationId xmlns:a16="http://schemas.microsoft.com/office/drawing/2014/main" id="{2163314D-ACD5-4AB9-B905-D26EB8BDEBA2}"/>
              </a:ext>
            </a:extLst>
          </p:cNvPr>
          <p:cNvSpPr txBox="1">
            <a:spLocks noChangeArrowheads="1"/>
          </p:cNvSpPr>
          <p:nvPr/>
        </p:nvSpPr>
        <p:spPr bwMode="auto">
          <a:xfrm>
            <a:off x="8024794" y="5128286"/>
            <a:ext cx="1008062" cy="230832"/>
          </a:xfrm>
          <a:prstGeom prst="rect">
            <a:avLst/>
          </a:prstGeom>
          <a:noFill/>
          <a:ln w="9525">
            <a:noFill/>
            <a:miter lim="800000"/>
            <a:headEnd/>
            <a:tailEnd/>
          </a:ln>
        </p:spPr>
        <p:txBody>
          <a:bodyPr>
            <a:spAutoFit/>
          </a:bodyPr>
          <a:lstStyle/>
          <a:p>
            <a:r>
              <a:rPr lang="en-US" sz="900" dirty="0"/>
              <a:t>Java Runtime</a:t>
            </a:r>
          </a:p>
        </p:txBody>
      </p:sp>
      <p:sp>
        <p:nvSpPr>
          <p:cNvPr id="17" name="TextBox 29">
            <a:extLst>
              <a:ext uri="{FF2B5EF4-FFF2-40B4-BE49-F238E27FC236}">
                <a16:creationId xmlns:a16="http://schemas.microsoft.com/office/drawing/2014/main" id="{3870A092-DA9E-466F-9690-49C1C727B0EF}"/>
              </a:ext>
            </a:extLst>
          </p:cNvPr>
          <p:cNvSpPr txBox="1">
            <a:spLocks noChangeArrowheads="1"/>
          </p:cNvSpPr>
          <p:nvPr/>
        </p:nvSpPr>
        <p:spPr bwMode="auto">
          <a:xfrm>
            <a:off x="8024794" y="5464217"/>
            <a:ext cx="1008062" cy="230832"/>
          </a:xfrm>
          <a:prstGeom prst="rect">
            <a:avLst/>
          </a:prstGeom>
          <a:noFill/>
          <a:ln w="9525">
            <a:noFill/>
            <a:miter lim="800000"/>
            <a:headEnd/>
            <a:tailEnd/>
          </a:ln>
        </p:spPr>
        <p:txBody>
          <a:bodyPr>
            <a:spAutoFit/>
          </a:bodyPr>
          <a:lstStyle/>
          <a:p>
            <a:r>
              <a:rPr lang="en-US" sz="900" dirty="0" err="1"/>
              <a:t>.Net</a:t>
            </a:r>
            <a:r>
              <a:rPr lang="en-US" sz="900" dirty="0"/>
              <a:t> Runtime</a:t>
            </a:r>
          </a:p>
        </p:txBody>
      </p:sp>
      <p:sp>
        <p:nvSpPr>
          <p:cNvPr id="18" name="TextBox 29">
            <a:extLst>
              <a:ext uri="{FF2B5EF4-FFF2-40B4-BE49-F238E27FC236}">
                <a16:creationId xmlns:a16="http://schemas.microsoft.com/office/drawing/2014/main" id="{B78E0120-9FFF-4247-8FBA-C01FD5F5E649}"/>
              </a:ext>
            </a:extLst>
          </p:cNvPr>
          <p:cNvSpPr txBox="1">
            <a:spLocks noChangeArrowheads="1"/>
          </p:cNvSpPr>
          <p:nvPr/>
        </p:nvSpPr>
        <p:spPr bwMode="auto">
          <a:xfrm>
            <a:off x="8024794" y="5800149"/>
            <a:ext cx="1918284" cy="230832"/>
          </a:xfrm>
          <a:prstGeom prst="rect">
            <a:avLst/>
          </a:prstGeom>
          <a:noFill/>
          <a:ln w="9525">
            <a:noFill/>
            <a:miter lim="800000"/>
            <a:headEnd/>
            <a:tailEnd/>
          </a:ln>
        </p:spPr>
        <p:txBody>
          <a:bodyPr wrap="square">
            <a:spAutoFit/>
          </a:bodyPr>
          <a:lstStyle/>
          <a:p>
            <a:r>
              <a:rPr lang="en-US" sz="900" dirty="0"/>
              <a:t>DB Runtime (Stored Procedures)</a:t>
            </a:r>
          </a:p>
        </p:txBody>
      </p:sp>
      <p:sp>
        <p:nvSpPr>
          <p:cNvPr id="19" name="TextBox 29">
            <a:extLst>
              <a:ext uri="{FF2B5EF4-FFF2-40B4-BE49-F238E27FC236}">
                <a16:creationId xmlns:a16="http://schemas.microsoft.com/office/drawing/2014/main" id="{6DE216E1-CF84-458A-8BC0-3BBEF31A8C19}"/>
              </a:ext>
            </a:extLst>
          </p:cNvPr>
          <p:cNvSpPr txBox="1">
            <a:spLocks noChangeArrowheads="1"/>
          </p:cNvSpPr>
          <p:nvPr/>
        </p:nvSpPr>
        <p:spPr bwMode="auto">
          <a:xfrm>
            <a:off x="7834533" y="1487982"/>
            <a:ext cx="1008062" cy="246221"/>
          </a:xfrm>
          <a:prstGeom prst="rect">
            <a:avLst/>
          </a:prstGeom>
          <a:noFill/>
          <a:ln w="9525">
            <a:noFill/>
            <a:miter lim="800000"/>
            <a:headEnd/>
            <a:tailEnd/>
          </a:ln>
        </p:spPr>
        <p:txBody>
          <a:bodyPr>
            <a:spAutoFit/>
          </a:bodyPr>
          <a:lstStyle/>
          <a:p>
            <a:pPr algn="ctr"/>
            <a:r>
              <a:rPr lang="en-US" sz="1000" b="1" dirty="0"/>
              <a:t>Role</a:t>
            </a:r>
          </a:p>
        </p:txBody>
      </p:sp>
      <p:sp>
        <p:nvSpPr>
          <p:cNvPr id="20" name="Rectangle 22">
            <a:extLst>
              <a:ext uri="{FF2B5EF4-FFF2-40B4-BE49-F238E27FC236}">
                <a16:creationId xmlns:a16="http://schemas.microsoft.com/office/drawing/2014/main" id="{CFC0CA51-D92B-40AC-950A-F8165DD8BC75}"/>
              </a:ext>
            </a:extLst>
          </p:cNvPr>
          <p:cNvSpPr>
            <a:spLocks noChangeArrowheads="1"/>
          </p:cNvSpPr>
          <p:nvPr/>
        </p:nvSpPr>
        <p:spPr bwMode="auto">
          <a:xfrm>
            <a:off x="1646622" y="2121347"/>
            <a:ext cx="2628901" cy="2168917"/>
          </a:xfrm>
          <a:prstGeom prst="rect">
            <a:avLst/>
          </a:prstGeom>
          <a:solidFill>
            <a:schemeClr val="bg1">
              <a:lumMod val="65000"/>
            </a:schemeClr>
          </a:solidFill>
          <a:ln w="17780">
            <a:solidFill>
              <a:schemeClr val="tx1"/>
            </a:solidFill>
            <a:miter lim="800000"/>
            <a:headEnd/>
            <a:tailEnd/>
          </a:ln>
        </p:spPr>
        <p:txBody>
          <a:bodyPr lIns="36000" tIns="36000" rIns="36000" bIns="36000" anchor="b"/>
          <a:lstStyle/>
          <a:p>
            <a:pPr algn="ctr">
              <a:buClrTx/>
              <a:buSzTx/>
              <a:buFontTx/>
              <a:buNone/>
            </a:pPr>
            <a:r>
              <a:rPr lang="en-US" sz="1050" dirty="0"/>
              <a:t>NW AS 7.01</a:t>
            </a:r>
          </a:p>
        </p:txBody>
      </p:sp>
      <p:sp>
        <p:nvSpPr>
          <p:cNvPr id="21" name="Rectangle 22">
            <a:extLst>
              <a:ext uri="{FF2B5EF4-FFF2-40B4-BE49-F238E27FC236}">
                <a16:creationId xmlns:a16="http://schemas.microsoft.com/office/drawing/2014/main" id="{27D22F80-737A-44EE-A6DC-488FB5E15D44}"/>
              </a:ext>
            </a:extLst>
          </p:cNvPr>
          <p:cNvSpPr>
            <a:spLocks noChangeArrowheads="1"/>
          </p:cNvSpPr>
          <p:nvPr/>
        </p:nvSpPr>
        <p:spPr bwMode="auto">
          <a:xfrm>
            <a:off x="1758766" y="2415619"/>
            <a:ext cx="1145157" cy="1632645"/>
          </a:xfrm>
          <a:prstGeom prst="rect">
            <a:avLst/>
          </a:prstGeom>
          <a:solidFill>
            <a:srgbClr val="DDDDDD"/>
          </a:solidFill>
          <a:ln w="17780">
            <a:solidFill>
              <a:schemeClr val="tx1"/>
            </a:solidFill>
            <a:miter lim="800000"/>
            <a:headEnd/>
            <a:tailEnd/>
          </a:ln>
        </p:spPr>
        <p:txBody>
          <a:bodyPr lIns="36000" tIns="36000" rIns="36000" bIns="36000" anchor="b"/>
          <a:lstStyle/>
          <a:p>
            <a:pPr algn="ctr">
              <a:buClrTx/>
              <a:buSzTx/>
              <a:buFontTx/>
              <a:buNone/>
            </a:pPr>
            <a:r>
              <a:rPr lang="en-US" sz="1050" dirty="0"/>
              <a:t>ABAP</a:t>
            </a:r>
          </a:p>
        </p:txBody>
      </p:sp>
      <p:sp>
        <p:nvSpPr>
          <p:cNvPr id="22" name="TextBox 29">
            <a:extLst>
              <a:ext uri="{FF2B5EF4-FFF2-40B4-BE49-F238E27FC236}">
                <a16:creationId xmlns:a16="http://schemas.microsoft.com/office/drawing/2014/main" id="{117A6529-4D70-40D5-A7E4-1A6F2269D86B}"/>
              </a:ext>
            </a:extLst>
          </p:cNvPr>
          <p:cNvSpPr txBox="1">
            <a:spLocks noChangeArrowheads="1"/>
          </p:cNvSpPr>
          <p:nvPr/>
        </p:nvSpPr>
        <p:spPr bwMode="auto">
          <a:xfrm>
            <a:off x="1646622" y="2169398"/>
            <a:ext cx="2559888" cy="246221"/>
          </a:xfrm>
          <a:prstGeom prst="rect">
            <a:avLst/>
          </a:prstGeom>
          <a:noFill/>
          <a:ln w="9525">
            <a:noFill/>
            <a:miter lim="800000"/>
            <a:headEnd/>
            <a:tailEnd/>
          </a:ln>
        </p:spPr>
        <p:txBody>
          <a:bodyPr wrap="square">
            <a:spAutoFit/>
          </a:bodyPr>
          <a:lstStyle/>
          <a:p>
            <a:pPr algn="ctr"/>
            <a:r>
              <a:rPr lang="en-US" sz="1000" b="1" dirty="0"/>
              <a:t>SAP Solution Manager</a:t>
            </a:r>
          </a:p>
        </p:txBody>
      </p:sp>
      <p:sp>
        <p:nvSpPr>
          <p:cNvPr id="23" name="Rectangle 138">
            <a:extLst>
              <a:ext uri="{FF2B5EF4-FFF2-40B4-BE49-F238E27FC236}">
                <a16:creationId xmlns:a16="http://schemas.microsoft.com/office/drawing/2014/main" id="{1EEA6246-965F-4342-AE04-DD39EFB12660}"/>
              </a:ext>
            </a:extLst>
          </p:cNvPr>
          <p:cNvSpPr>
            <a:spLocks noChangeArrowheads="1"/>
          </p:cNvSpPr>
          <p:nvPr/>
        </p:nvSpPr>
        <p:spPr bwMode="auto">
          <a:xfrm>
            <a:off x="1827313" y="2493676"/>
            <a:ext cx="1008062"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050" dirty="0"/>
              <a:t>Solution Manager 4.0</a:t>
            </a:r>
          </a:p>
        </p:txBody>
      </p:sp>
      <p:sp>
        <p:nvSpPr>
          <p:cNvPr id="24" name="Rectangle 22">
            <a:extLst>
              <a:ext uri="{FF2B5EF4-FFF2-40B4-BE49-F238E27FC236}">
                <a16:creationId xmlns:a16="http://schemas.microsoft.com/office/drawing/2014/main" id="{C9DB6083-8A27-46DB-8A25-CAC5948C669D}"/>
              </a:ext>
            </a:extLst>
          </p:cNvPr>
          <p:cNvSpPr>
            <a:spLocks noChangeArrowheads="1"/>
          </p:cNvSpPr>
          <p:nvPr/>
        </p:nvSpPr>
        <p:spPr bwMode="auto">
          <a:xfrm>
            <a:off x="2995577" y="2408947"/>
            <a:ext cx="1145157" cy="1639317"/>
          </a:xfrm>
          <a:prstGeom prst="rect">
            <a:avLst/>
          </a:prstGeom>
          <a:solidFill>
            <a:srgbClr val="DDDDDD"/>
          </a:solidFill>
          <a:ln w="17780">
            <a:solidFill>
              <a:schemeClr val="tx1"/>
            </a:solidFill>
            <a:miter lim="800000"/>
            <a:headEnd/>
            <a:tailEnd/>
          </a:ln>
        </p:spPr>
        <p:txBody>
          <a:bodyPr lIns="36000" tIns="36000" rIns="36000" bIns="36000" anchor="b"/>
          <a:lstStyle/>
          <a:p>
            <a:pPr algn="ctr">
              <a:buClrTx/>
              <a:buSzTx/>
              <a:buFontTx/>
              <a:buNone/>
            </a:pPr>
            <a:r>
              <a:rPr lang="en-US" sz="1050" dirty="0"/>
              <a:t>Java</a:t>
            </a:r>
          </a:p>
        </p:txBody>
      </p:sp>
      <p:sp>
        <p:nvSpPr>
          <p:cNvPr id="25" name="Rectangle 138">
            <a:extLst>
              <a:ext uri="{FF2B5EF4-FFF2-40B4-BE49-F238E27FC236}">
                <a16:creationId xmlns:a16="http://schemas.microsoft.com/office/drawing/2014/main" id="{AA614460-6586-4D2D-ACA7-A3685A18DA7D}"/>
              </a:ext>
            </a:extLst>
          </p:cNvPr>
          <p:cNvSpPr>
            <a:spLocks noChangeArrowheads="1"/>
          </p:cNvSpPr>
          <p:nvPr/>
        </p:nvSpPr>
        <p:spPr bwMode="auto">
          <a:xfrm>
            <a:off x="3064124" y="2480467"/>
            <a:ext cx="1008062" cy="36088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050" dirty="0"/>
              <a:t>Maintenance Optimizer/SLM</a:t>
            </a:r>
          </a:p>
        </p:txBody>
      </p:sp>
      <p:sp>
        <p:nvSpPr>
          <p:cNvPr id="26" name="Rectangle 138">
            <a:extLst>
              <a:ext uri="{FF2B5EF4-FFF2-40B4-BE49-F238E27FC236}">
                <a16:creationId xmlns:a16="http://schemas.microsoft.com/office/drawing/2014/main" id="{31FE33EC-B43F-44A2-BD4A-643334EE4549}"/>
              </a:ext>
            </a:extLst>
          </p:cNvPr>
          <p:cNvSpPr>
            <a:spLocks noChangeArrowheads="1"/>
          </p:cNvSpPr>
          <p:nvPr/>
        </p:nvSpPr>
        <p:spPr bwMode="auto">
          <a:xfrm>
            <a:off x="3064124" y="2913347"/>
            <a:ext cx="1008062" cy="3600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050" dirty="0"/>
              <a:t>SLD (System </a:t>
            </a:r>
            <a:r>
              <a:rPr lang="en-US" sz="1050" dirty="0" err="1"/>
              <a:t>Landsc</a:t>
            </a:r>
            <a:r>
              <a:rPr lang="en-US" sz="1050" dirty="0"/>
              <a:t>. Dir.)</a:t>
            </a:r>
          </a:p>
        </p:txBody>
      </p:sp>
      <p:sp>
        <p:nvSpPr>
          <p:cNvPr id="27" name="Rectangle 138">
            <a:extLst>
              <a:ext uri="{FF2B5EF4-FFF2-40B4-BE49-F238E27FC236}">
                <a16:creationId xmlns:a16="http://schemas.microsoft.com/office/drawing/2014/main" id="{E59A0F42-1C1F-4075-B6CA-D05A3B0BB003}"/>
              </a:ext>
            </a:extLst>
          </p:cNvPr>
          <p:cNvSpPr>
            <a:spLocks noChangeArrowheads="1"/>
          </p:cNvSpPr>
          <p:nvPr/>
        </p:nvSpPr>
        <p:spPr bwMode="auto">
          <a:xfrm>
            <a:off x="3063410" y="3345347"/>
            <a:ext cx="1008062" cy="3600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050" dirty="0" err="1"/>
              <a:t>SolMan</a:t>
            </a:r>
            <a:r>
              <a:rPr lang="en-US" sz="1050" dirty="0"/>
              <a:t> Diagnostics</a:t>
            </a:r>
          </a:p>
        </p:txBody>
      </p:sp>
      <p:pic>
        <p:nvPicPr>
          <p:cNvPr id="28" name="Picture 4">
            <a:extLst>
              <a:ext uri="{FF2B5EF4-FFF2-40B4-BE49-F238E27FC236}">
                <a16:creationId xmlns:a16="http://schemas.microsoft.com/office/drawing/2014/main" id="{64964A25-0B12-46CA-A3EA-3A9BF2861B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8678" y="3760982"/>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
            <a:extLst>
              <a:ext uri="{FF2B5EF4-FFF2-40B4-BE49-F238E27FC236}">
                <a16:creationId xmlns:a16="http://schemas.microsoft.com/office/drawing/2014/main" id="{E29F49DC-C557-40B9-BF01-CBECD55384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7888" y="3766997"/>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3">
            <a:extLst>
              <a:ext uri="{FF2B5EF4-FFF2-40B4-BE49-F238E27FC236}">
                <a16:creationId xmlns:a16="http://schemas.microsoft.com/office/drawing/2014/main" id="{64E635FF-2E00-4CEE-8881-5F533C8D74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8569" y="4091394"/>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22">
            <a:extLst>
              <a:ext uri="{FF2B5EF4-FFF2-40B4-BE49-F238E27FC236}">
                <a16:creationId xmlns:a16="http://schemas.microsoft.com/office/drawing/2014/main" id="{BD6A5405-2F90-4457-8D84-FFB082E70B7B}"/>
              </a:ext>
            </a:extLst>
          </p:cNvPr>
          <p:cNvSpPr>
            <a:spLocks noChangeArrowheads="1"/>
          </p:cNvSpPr>
          <p:nvPr/>
        </p:nvSpPr>
        <p:spPr bwMode="auto">
          <a:xfrm>
            <a:off x="4432570" y="2121347"/>
            <a:ext cx="2111316" cy="2168917"/>
          </a:xfrm>
          <a:prstGeom prst="rect">
            <a:avLst/>
          </a:prstGeom>
          <a:solidFill>
            <a:schemeClr val="bg1">
              <a:lumMod val="65000"/>
            </a:schemeClr>
          </a:solidFill>
          <a:ln w="17780">
            <a:solidFill>
              <a:schemeClr val="tx1"/>
            </a:solidFill>
            <a:miter lim="800000"/>
            <a:headEnd/>
            <a:tailEnd/>
          </a:ln>
        </p:spPr>
        <p:txBody>
          <a:bodyPr lIns="36000" tIns="36000" rIns="36000" bIns="36000" anchor="b"/>
          <a:lstStyle/>
          <a:p>
            <a:pPr algn="ctr">
              <a:buClrTx/>
              <a:buSzTx/>
              <a:buFontTx/>
              <a:buNone/>
            </a:pPr>
            <a:r>
              <a:rPr lang="en-US" sz="1050" dirty="0"/>
              <a:t>NW AS ABAP 7.01</a:t>
            </a:r>
          </a:p>
        </p:txBody>
      </p:sp>
      <p:sp>
        <p:nvSpPr>
          <p:cNvPr id="32" name="Rectangle 22">
            <a:extLst>
              <a:ext uri="{FF2B5EF4-FFF2-40B4-BE49-F238E27FC236}">
                <a16:creationId xmlns:a16="http://schemas.microsoft.com/office/drawing/2014/main" id="{B0C05798-01CF-47E2-B074-5E252A7C0233}"/>
              </a:ext>
            </a:extLst>
          </p:cNvPr>
          <p:cNvSpPr>
            <a:spLocks noChangeArrowheads="1"/>
          </p:cNvSpPr>
          <p:nvPr/>
        </p:nvSpPr>
        <p:spPr bwMode="auto">
          <a:xfrm>
            <a:off x="5664376" y="2625347"/>
            <a:ext cx="789137" cy="1368000"/>
          </a:xfrm>
          <a:prstGeom prst="rect">
            <a:avLst/>
          </a:prstGeom>
          <a:solidFill>
            <a:srgbClr val="DDDDDD"/>
          </a:solidFill>
          <a:ln w="17780">
            <a:solidFill>
              <a:schemeClr val="tx1"/>
            </a:solidFill>
            <a:miter lim="800000"/>
            <a:headEnd/>
            <a:tailEnd/>
          </a:ln>
        </p:spPr>
        <p:txBody>
          <a:bodyPr lIns="36000" tIns="36000" rIns="36000" bIns="36000" anchor="b"/>
          <a:lstStyle/>
          <a:p>
            <a:pPr algn="ctr">
              <a:buClrTx/>
              <a:buSzTx/>
              <a:buFontTx/>
              <a:buNone/>
            </a:pPr>
            <a:r>
              <a:rPr lang="en-US" sz="1050" dirty="0"/>
              <a:t>VM Container</a:t>
            </a:r>
          </a:p>
        </p:txBody>
      </p:sp>
      <p:sp>
        <p:nvSpPr>
          <p:cNvPr id="33" name="Rectangle 138">
            <a:extLst>
              <a:ext uri="{FF2B5EF4-FFF2-40B4-BE49-F238E27FC236}">
                <a16:creationId xmlns:a16="http://schemas.microsoft.com/office/drawing/2014/main" id="{D81CF574-035C-49FD-B2F8-852930AF30F2}"/>
              </a:ext>
            </a:extLst>
          </p:cNvPr>
          <p:cNvSpPr>
            <a:spLocks noChangeArrowheads="1"/>
          </p:cNvSpPr>
          <p:nvPr/>
        </p:nvSpPr>
        <p:spPr bwMode="auto">
          <a:xfrm>
            <a:off x="5727410" y="2697347"/>
            <a:ext cx="648000" cy="3600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050" dirty="0"/>
              <a:t>IPC</a:t>
            </a:r>
          </a:p>
        </p:txBody>
      </p:sp>
      <p:pic>
        <p:nvPicPr>
          <p:cNvPr id="34" name="Picture 6">
            <a:extLst>
              <a:ext uri="{FF2B5EF4-FFF2-40B4-BE49-F238E27FC236}">
                <a16:creationId xmlns:a16="http://schemas.microsoft.com/office/drawing/2014/main" id="{ACC741B0-D690-4B96-8325-2BCAA55B96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7730" y="3604210"/>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Rectangle 138">
            <a:extLst>
              <a:ext uri="{FF2B5EF4-FFF2-40B4-BE49-F238E27FC236}">
                <a16:creationId xmlns:a16="http://schemas.microsoft.com/office/drawing/2014/main" id="{CFA4D276-6B45-41F8-B787-EA2434D69849}"/>
              </a:ext>
            </a:extLst>
          </p:cNvPr>
          <p:cNvSpPr>
            <a:spLocks noChangeArrowheads="1"/>
          </p:cNvSpPr>
          <p:nvPr/>
        </p:nvSpPr>
        <p:spPr bwMode="auto">
          <a:xfrm>
            <a:off x="4575410" y="2625547"/>
            <a:ext cx="1008000"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endParaRPr lang="en-US" sz="1050" dirty="0"/>
          </a:p>
        </p:txBody>
      </p:sp>
      <p:sp>
        <p:nvSpPr>
          <p:cNvPr id="36" name="Rectangle 138">
            <a:extLst>
              <a:ext uri="{FF2B5EF4-FFF2-40B4-BE49-F238E27FC236}">
                <a16:creationId xmlns:a16="http://schemas.microsoft.com/office/drawing/2014/main" id="{13A8F209-72B0-4C60-9BA4-BEB5443AB010}"/>
              </a:ext>
            </a:extLst>
          </p:cNvPr>
          <p:cNvSpPr>
            <a:spLocks noChangeArrowheads="1"/>
          </p:cNvSpPr>
          <p:nvPr/>
        </p:nvSpPr>
        <p:spPr bwMode="auto">
          <a:xfrm>
            <a:off x="4503411" y="2697347"/>
            <a:ext cx="1008000" cy="4318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de-DE" sz="1050" dirty="0"/>
              <a:t>CRM Components</a:t>
            </a:r>
            <a:endParaRPr lang="en-US" sz="1050" dirty="0"/>
          </a:p>
        </p:txBody>
      </p:sp>
      <p:grpSp>
        <p:nvGrpSpPr>
          <p:cNvPr id="37" name="Group 36">
            <a:extLst>
              <a:ext uri="{FF2B5EF4-FFF2-40B4-BE49-F238E27FC236}">
                <a16:creationId xmlns:a16="http://schemas.microsoft.com/office/drawing/2014/main" id="{3B2D8E83-4707-4079-99AF-27371187BF49}"/>
              </a:ext>
            </a:extLst>
          </p:cNvPr>
          <p:cNvGrpSpPr/>
          <p:nvPr/>
        </p:nvGrpSpPr>
        <p:grpSpPr>
          <a:xfrm>
            <a:off x="4509485" y="3362697"/>
            <a:ext cx="1094326" cy="615091"/>
            <a:chOff x="553139" y="3593371"/>
            <a:chExt cx="1137638" cy="615091"/>
          </a:xfrm>
        </p:grpSpPr>
        <p:sp>
          <p:nvSpPr>
            <p:cNvPr id="38" name="Rectangle 138">
              <a:extLst>
                <a:ext uri="{FF2B5EF4-FFF2-40B4-BE49-F238E27FC236}">
                  <a16:creationId xmlns:a16="http://schemas.microsoft.com/office/drawing/2014/main" id="{CC44F8B0-2FD4-42C7-BE1A-BFAF56EE66F1}"/>
                </a:ext>
              </a:extLst>
            </p:cNvPr>
            <p:cNvSpPr>
              <a:spLocks noChangeArrowheads="1"/>
            </p:cNvSpPr>
            <p:nvPr/>
          </p:nvSpPr>
          <p:spPr bwMode="auto">
            <a:xfrm>
              <a:off x="553139" y="3722491"/>
              <a:ext cx="1137638" cy="485971"/>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050" dirty="0"/>
                <a:t>SAP CRM 7.01</a:t>
              </a:r>
            </a:p>
          </p:txBody>
        </p:sp>
        <p:sp>
          <p:nvSpPr>
            <p:cNvPr id="39" name="Rectangle 138">
              <a:extLst>
                <a:ext uri="{FF2B5EF4-FFF2-40B4-BE49-F238E27FC236}">
                  <a16:creationId xmlns:a16="http://schemas.microsoft.com/office/drawing/2014/main" id="{C095F12D-603C-4237-89CA-A1AEBC7BEF51}"/>
                </a:ext>
              </a:extLst>
            </p:cNvPr>
            <p:cNvSpPr>
              <a:spLocks noChangeArrowheads="1"/>
            </p:cNvSpPr>
            <p:nvPr/>
          </p:nvSpPr>
          <p:spPr bwMode="auto">
            <a:xfrm>
              <a:off x="553139" y="3593371"/>
              <a:ext cx="335381" cy="12727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endParaRPr lang="en-US" sz="1050" dirty="0"/>
            </a:p>
          </p:txBody>
        </p:sp>
      </p:grpSp>
      <p:cxnSp>
        <p:nvCxnSpPr>
          <p:cNvPr id="40" name="AutoShape 116">
            <a:extLst>
              <a:ext uri="{FF2B5EF4-FFF2-40B4-BE49-F238E27FC236}">
                <a16:creationId xmlns:a16="http://schemas.microsoft.com/office/drawing/2014/main" id="{6B31279F-77FF-483F-B800-4696BB919682}"/>
              </a:ext>
            </a:extLst>
          </p:cNvPr>
          <p:cNvCxnSpPr>
            <a:cxnSpLocks noChangeShapeType="1"/>
          </p:cNvCxnSpPr>
          <p:nvPr/>
        </p:nvCxnSpPr>
        <p:spPr bwMode="auto">
          <a:xfrm flipH="1" flipV="1">
            <a:off x="5056648" y="3113781"/>
            <a:ext cx="4118" cy="371725"/>
          </a:xfrm>
          <a:prstGeom prst="straightConnector1">
            <a:avLst/>
          </a:prstGeom>
          <a:noFill/>
          <a:ln w="8890">
            <a:solidFill>
              <a:schemeClr val="tx1"/>
            </a:solidFill>
            <a:prstDash val="dash"/>
            <a:round/>
            <a:headEnd type="arrow" w="med" len="med"/>
            <a:tailEnd/>
          </a:ln>
        </p:spPr>
      </p:cxnSp>
      <p:sp>
        <p:nvSpPr>
          <p:cNvPr id="41" name="TextBox 29">
            <a:extLst>
              <a:ext uri="{FF2B5EF4-FFF2-40B4-BE49-F238E27FC236}">
                <a16:creationId xmlns:a16="http://schemas.microsoft.com/office/drawing/2014/main" id="{2CDAFF5E-20BC-4ADF-A980-1A9D9BDFB1C5}"/>
              </a:ext>
            </a:extLst>
          </p:cNvPr>
          <p:cNvSpPr txBox="1">
            <a:spLocks noChangeArrowheads="1"/>
          </p:cNvSpPr>
          <p:nvPr/>
        </p:nvSpPr>
        <p:spPr bwMode="auto">
          <a:xfrm>
            <a:off x="4432570" y="2121347"/>
            <a:ext cx="2111316" cy="246221"/>
          </a:xfrm>
          <a:prstGeom prst="rect">
            <a:avLst/>
          </a:prstGeom>
          <a:noFill/>
          <a:ln w="9525">
            <a:noFill/>
            <a:miter lim="800000"/>
            <a:headEnd/>
            <a:tailEnd/>
          </a:ln>
        </p:spPr>
        <p:txBody>
          <a:bodyPr wrap="square">
            <a:spAutoFit/>
          </a:bodyPr>
          <a:lstStyle/>
          <a:p>
            <a:pPr algn="ctr"/>
            <a:r>
              <a:rPr lang="en-US" sz="1000" b="1" dirty="0"/>
              <a:t>CRM</a:t>
            </a:r>
          </a:p>
        </p:txBody>
      </p:sp>
      <p:pic>
        <p:nvPicPr>
          <p:cNvPr id="42" name="Picture 3">
            <a:extLst>
              <a:ext uri="{FF2B5EF4-FFF2-40B4-BE49-F238E27FC236}">
                <a16:creationId xmlns:a16="http://schemas.microsoft.com/office/drawing/2014/main" id="{EB071880-8B73-45D9-8ADF-56FA68D486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7424" y="4091393"/>
            <a:ext cx="217487"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3" name="Group 42">
            <a:extLst>
              <a:ext uri="{FF2B5EF4-FFF2-40B4-BE49-F238E27FC236}">
                <a16:creationId xmlns:a16="http://schemas.microsoft.com/office/drawing/2014/main" id="{C3BC7FA6-46A5-4DDE-B65A-64C8082C29F4}"/>
              </a:ext>
            </a:extLst>
          </p:cNvPr>
          <p:cNvGrpSpPr/>
          <p:nvPr/>
        </p:nvGrpSpPr>
        <p:grpSpPr>
          <a:xfrm>
            <a:off x="7311410" y="2553347"/>
            <a:ext cx="1152000" cy="1008000"/>
            <a:chOff x="2412000" y="4365000"/>
            <a:chExt cx="1152000" cy="1008000"/>
          </a:xfrm>
        </p:grpSpPr>
        <p:sp>
          <p:nvSpPr>
            <p:cNvPr id="44" name="Rectangle 138">
              <a:extLst>
                <a:ext uri="{FF2B5EF4-FFF2-40B4-BE49-F238E27FC236}">
                  <a16:creationId xmlns:a16="http://schemas.microsoft.com/office/drawing/2014/main" id="{AA1855C3-25DD-4957-AE0E-C01DE22E9424}"/>
                </a:ext>
              </a:extLst>
            </p:cNvPr>
            <p:cNvSpPr>
              <a:spLocks noChangeArrowheads="1"/>
            </p:cNvSpPr>
            <p:nvPr/>
          </p:nvSpPr>
          <p:spPr bwMode="auto">
            <a:xfrm>
              <a:off x="2412000" y="4509000"/>
              <a:ext cx="1152000" cy="8640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r>
                <a:rPr lang="en-US" sz="1050" dirty="0"/>
                <a:t>Package</a:t>
              </a:r>
            </a:p>
          </p:txBody>
        </p:sp>
        <p:sp>
          <p:nvSpPr>
            <p:cNvPr id="45" name="Rectangle 138">
              <a:extLst>
                <a:ext uri="{FF2B5EF4-FFF2-40B4-BE49-F238E27FC236}">
                  <a16:creationId xmlns:a16="http://schemas.microsoft.com/office/drawing/2014/main" id="{2DBD93C1-CDDF-4823-B65A-6B5E6B438FCD}"/>
                </a:ext>
              </a:extLst>
            </p:cNvPr>
            <p:cNvSpPr>
              <a:spLocks noChangeAspect="1" noChangeArrowheads="1"/>
            </p:cNvSpPr>
            <p:nvPr/>
          </p:nvSpPr>
          <p:spPr bwMode="auto">
            <a:xfrm>
              <a:off x="2412000" y="4365000"/>
              <a:ext cx="360000" cy="144000"/>
            </a:xfrm>
            <a:prstGeom prst="rect">
              <a:avLst/>
            </a:prstGeom>
            <a:solidFill>
              <a:schemeClr val="bg1"/>
            </a:solidFill>
            <a:ln w="17780">
              <a:solidFill>
                <a:schemeClr val="tx1"/>
              </a:solidFill>
              <a:miter lim="800000"/>
              <a:headEnd/>
              <a:tailEnd/>
            </a:ln>
          </p:spPr>
          <p:txBody>
            <a:bodyPr lIns="36000" tIns="36000" rIns="36000" bIns="36000" anchor="ctr"/>
            <a:lstStyle/>
            <a:p>
              <a:pPr algn="ctr">
                <a:buClrTx/>
                <a:buSzTx/>
                <a:buFontTx/>
                <a:buNone/>
              </a:pPr>
              <a:endParaRPr lang="en-US" sz="1050" dirty="0"/>
            </a:p>
          </p:txBody>
        </p:sp>
      </p:grpSp>
    </p:spTree>
    <p:extLst>
      <p:ext uri="{BB962C8B-B14F-4D97-AF65-F5344CB8AC3E}">
        <p14:creationId xmlns:p14="http://schemas.microsoft.com/office/powerpoint/2010/main" val="115084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5185487"/>
      </p:ext>
    </p:extLst>
  </p:cSld>
  <p:clrMapOvr>
    <a:masterClrMapping/>
  </p:clrMapOvr>
</p:sld>
</file>

<file path=ppt/theme/theme1.xml><?xml version="1.0" encoding="utf-8"?>
<a:theme xmlns:a="http://schemas.openxmlformats.org/drawingml/2006/main" name="SAP 2019 16x9 white">
  <a:themeElements>
    <a:clrScheme name="SAP_colors_2018">
      <a:dk1>
        <a:srgbClr val="000000"/>
      </a:dk1>
      <a:lt1>
        <a:srgbClr val="FFFFFF"/>
      </a:lt1>
      <a:dk2>
        <a:srgbClr val="999999"/>
      </a:dk2>
      <a:lt2>
        <a:srgbClr val="CCCCCC"/>
      </a:lt2>
      <a:accent1>
        <a:srgbClr val="F0AB00"/>
      </a:accent1>
      <a:accent2>
        <a:srgbClr val="666666"/>
      </a:accent2>
      <a:accent3>
        <a:srgbClr val="008FD3"/>
      </a:accent3>
      <a:accent4>
        <a:srgbClr val="4FB81C"/>
      </a:accent4>
      <a:accent5>
        <a:srgbClr val="E35500"/>
      </a:accent5>
      <a:accent6>
        <a:srgbClr val="760A85"/>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Presentation1" id="{0F0DE4AE-4B25-4696-9992-64270CB37F61}" vid="{CFBF233B-4965-47F7-9E55-FF6B22350CE1}"/>
    </a:ext>
  </a:extLst>
</a:theme>
</file>

<file path=ppt/theme/theme2.xml><?xml version="1.0" encoding="utf-8"?>
<a:theme xmlns:a="http://schemas.openxmlformats.org/drawingml/2006/main" name="SAP 2019 16x9 blue">
  <a:themeElements>
    <a:clrScheme name="SAP_Colors2018 - blue">
      <a:dk1>
        <a:srgbClr val="00195A"/>
      </a:dk1>
      <a:lt1>
        <a:srgbClr val="FFFFFF"/>
      </a:lt1>
      <a:dk2>
        <a:srgbClr val="CCCCCC"/>
      </a:dk2>
      <a:lt2>
        <a:srgbClr val="999999"/>
      </a:lt2>
      <a:accent1>
        <a:srgbClr val="F0AB00"/>
      </a:accent1>
      <a:accent2>
        <a:srgbClr val="666666"/>
      </a:accent2>
      <a:accent3>
        <a:srgbClr val="0076CB"/>
      </a:accent3>
      <a:accent4>
        <a:srgbClr val="4FB81C"/>
      </a:accent4>
      <a:accent5>
        <a:srgbClr val="E35500"/>
      </a:accent5>
      <a:accent6>
        <a:srgbClr val="760A85"/>
      </a:accent6>
      <a:hlink>
        <a:srgbClr val="0076CB"/>
      </a:hlink>
      <a:folHlink>
        <a:srgbClr val="0076CB"/>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Presentation1" id="{0F0DE4AE-4B25-4696-9992-64270CB37F61}" vid="{6003A77E-DEA4-4308-9E42-7BC45C17D642}"/>
    </a:ext>
  </a:extLst>
</a:theme>
</file>

<file path=ppt/theme/theme3.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9A40266D9C0E3439DCF5D922F00F582" ma:contentTypeVersion="9" ma:contentTypeDescription="Create a new document." ma:contentTypeScope="" ma:versionID="ed5c4719124bb27c0073911203197355">
  <xsd:schema xmlns:xsd="http://www.w3.org/2001/XMLSchema" xmlns:xs="http://www.w3.org/2001/XMLSchema" xmlns:p="http://schemas.microsoft.com/office/2006/metadata/properties" xmlns:ns2="ce0ef8d4-edf0-4d1d-8bb0-e38eac8db5c6" targetNamespace="http://schemas.microsoft.com/office/2006/metadata/properties" ma:root="true" ma:fieldsID="ca51d35c276ca34afba26f9ff6b9c1b4" ns2:_="">
    <xsd:import namespace="ce0ef8d4-edf0-4d1d-8bb0-e38eac8db5c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0ef8d4-edf0-4d1d-8bb0-e38eac8db5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6FC462-D9EF-4AE4-AE9E-F5AAA865BB2C}"/>
</file>

<file path=customXml/itemProps2.xml><?xml version="1.0" encoding="utf-8"?>
<ds:datastoreItem xmlns:ds="http://schemas.openxmlformats.org/officeDocument/2006/customXml" ds:itemID="{1CFBEDBC-F458-4975-AF8E-5BBDD02E38D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725ED20-A21D-44D8-AB28-14494ABE2D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SAP_2019_16x9_White</Template>
  <TotalTime>0</TotalTime>
  <Words>742</Words>
  <Application>Microsoft Office PowerPoint</Application>
  <PresentationFormat>Custom</PresentationFormat>
  <Paragraphs>184</Paragraphs>
  <Slides>10</Slides>
  <Notes>1</Notes>
  <HiddenSlides>2</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Arial</vt:lpstr>
      <vt:lpstr>Courier New</vt:lpstr>
      <vt:lpstr>Symbol</vt:lpstr>
      <vt:lpstr>Times New Roman</vt:lpstr>
      <vt:lpstr>Wingdings</vt:lpstr>
      <vt:lpstr>Wingdings</vt:lpstr>
      <vt:lpstr>SAP 2019 16x9 white</vt:lpstr>
      <vt:lpstr>SAP 2019 16x9 blue</vt:lpstr>
      <vt:lpstr>TAM Block diagrams Copy the elements to your drawing</vt:lpstr>
      <vt:lpstr>How to use the Template</vt:lpstr>
      <vt:lpstr>Block diagram example</vt:lpstr>
      <vt:lpstr>TAM Activity Diagram</vt:lpstr>
      <vt:lpstr>TAM State Diagram</vt:lpstr>
      <vt:lpstr>TAM Sequence Diagram</vt:lpstr>
      <vt:lpstr>TAM Class Diagram</vt:lpstr>
      <vt:lpstr>TAM Deployment Diagram</vt:lpstr>
      <vt:lpstr>PowerPoint Presentation</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 and Here and Here</dc:title>
  <dc:creator>SAP SE</dc:creator>
  <cp:keywords>2019/16:9/white</cp:keywords>
  <cp:lastModifiedBy>Groene, Bernhard</cp:lastModifiedBy>
  <cp:revision>4</cp:revision>
  <dcterms:created xsi:type="dcterms:W3CDTF">2019-01-30T11:24:28Z</dcterms:created>
  <dcterms:modified xsi:type="dcterms:W3CDTF">2022-07-22T12:18:21Z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y fmtid="{D5CDD505-2E9C-101B-9397-08002B2CF9AE}" pid="8" name="ContentTypeId">
    <vt:lpwstr>0x010100D9A40266D9C0E3439DCF5D922F00F582</vt:lpwstr>
  </property>
</Properties>
</file>